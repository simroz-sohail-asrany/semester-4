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9" r:id="rId11"/>
    <p:sldId id="270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81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7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9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9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8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3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7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6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2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5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18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D14B4-B6A4-42BC-A758-506C822B257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D6A2-F29C-46EC-B379-7E55D2CC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6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62" y="2352675"/>
            <a:ext cx="73056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91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546" y="509155"/>
            <a:ext cx="8848725" cy="2514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4" y="3394796"/>
            <a:ext cx="3019425" cy="2257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005" y="3796146"/>
            <a:ext cx="5981700" cy="12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4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6" y="678874"/>
            <a:ext cx="8223539" cy="554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1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7" y="914400"/>
            <a:ext cx="8028276" cy="493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9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64" y="775855"/>
            <a:ext cx="7065817" cy="509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01" y="1168111"/>
            <a:ext cx="7639050" cy="476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74" y="1899803"/>
            <a:ext cx="9765290" cy="227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0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145" y="1136072"/>
            <a:ext cx="7315200" cy="439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3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816" y="760268"/>
            <a:ext cx="9044420" cy="1581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124816" y="2828836"/>
                <a:ext cx="801918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/>
                  <a:t>We shall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, the estimates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, so that the sum of the squares of the residuals is a minimum. The residual sum of squares is often called the sum of squares of the errors about the regression line and is denoted by </a:t>
                </a:r>
                <a:r>
                  <a:rPr lang="en-US" sz="2400" b="1" dirty="0" smtClean="0"/>
                  <a:t>SSE</a:t>
                </a:r>
                <a:r>
                  <a:rPr lang="en-US" sz="2400" dirty="0" smtClean="0"/>
                  <a:t>.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16" y="2828836"/>
                <a:ext cx="8019184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1217" t="-3101" r="-1293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178" y="4641273"/>
            <a:ext cx="6012440" cy="85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76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55" y="523875"/>
            <a:ext cx="9982200" cy="3067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47" y="3553689"/>
            <a:ext cx="4879830" cy="22998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590925"/>
            <a:ext cx="6705600" cy="226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54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37" y="165736"/>
            <a:ext cx="6038850" cy="29265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72" y="3125326"/>
            <a:ext cx="10363200" cy="373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2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89" y="553402"/>
            <a:ext cx="9296400" cy="3190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808" y="3989070"/>
            <a:ext cx="80581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76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699" y="706582"/>
            <a:ext cx="6065260" cy="527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11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4" y="1694150"/>
            <a:ext cx="4597112" cy="35814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09" y="1150793"/>
            <a:ext cx="5652655" cy="466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07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43" y="301510"/>
            <a:ext cx="10220325" cy="552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21" y="853960"/>
            <a:ext cx="11591925" cy="29146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43" y="3768610"/>
            <a:ext cx="115633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31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19" y="187642"/>
            <a:ext cx="5648325" cy="1362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18" y="1549717"/>
            <a:ext cx="5191125" cy="36480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984" y="322811"/>
            <a:ext cx="4686300" cy="152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134" y="2073592"/>
            <a:ext cx="57721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79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12" y="514350"/>
            <a:ext cx="8181975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95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457200"/>
            <a:ext cx="856297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81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19" y="1091651"/>
            <a:ext cx="9858375" cy="206865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2688" y="3105835"/>
            <a:ext cx="8421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Hypothesis Tests for the </a:t>
            </a:r>
            <a:r>
              <a:rPr lang="en-US" b="1" u="sng" dirty="0" smtClean="0"/>
              <a:t>Intercept </a:t>
            </a:r>
            <a:r>
              <a:rPr lang="en-US" b="1" u="sng" dirty="0"/>
              <a:t>of the Population Regression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688" y="906985"/>
            <a:ext cx="87366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Hypothesis Tests for the Slope of the Population Regression Line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691" y="4039120"/>
            <a:ext cx="249555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09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857250"/>
            <a:ext cx="96107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60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291596"/>
            <a:ext cx="4695825" cy="31908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4" y="3625995"/>
            <a:ext cx="4457700" cy="12092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074" y="1633971"/>
            <a:ext cx="7277100" cy="320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66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1" y="1876424"/>
            <a:ext cx="10709564" cy="44273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91" y="374073"/>
            <a:ext cx="8631382" cy="12793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073" y="1445852"/>
            <a:ext cx="1714500" cy="638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4173" y="2185986"/>
            <a:ext cx="31623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55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94" y="283585"/>
            <a:ext cx="6146223" cy="1247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94" y="1732250"/>
            <a:ext cx="5813715" cy="6230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89" y="2355273"/>
            <a:ext cx="3486150" cy="4343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061" y="2745797"/>
            <a:ext cx="7904884" cy="353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14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36" y="292244"/>
            <a:ext cx="5451764" cy="8853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36" y="1282411"/>
            <a:ext cx="9829800" cy="9066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39" y="2189019"/>
            <a:ext cx="7502670" cy="983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7" y="3298680"/>
            <a:ext cx="2921145" cy="10932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2546" y="2074718"/>
            <a:ext cx="2299854" cy="12239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033" y="4391891"/>
            <a:ext cx="5104967" cy="116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68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8" y="623452"/>
            <a:ext cx="9328005" cy="20366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130" y="2660071"/>
            <a:ext cx="1828800" cy="7862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620" y="3446316"/>
            <a:ext cx="680258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28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39" y="646834"/>
            <a:ext cx="10077450" cy="135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0765" y="2299854"/>
            <a:ext cx="8908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Exercise Questions: 11.17 – 11.21, page # 412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3476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33</Words>
  <Application>Microsoft Office PowerPoint</Application>
  <PresentationFormat>Widescreen</PresentationFormat>
  <Paragraphs>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36</cp:revision>
  <dcterms:created xsi:type="dcterms:W3CDTF">2026-04-27T18:57:10Z</dcterms:created>
  <dcterms:modified xsi:type="dcterms:W3CDTF">2026-05-01T04:05:52Z</dcterms:modified>
</cp:coreProperties>
</file>