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6858000" cx="9144000"/>
  <p:notesSz cx="7010400" cy="9296400"/>
  <p:embeddedFontLst>
    <p:embeddedFont>
      <p:font typeface="Helvetica Neue"/>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816">
          <p15:clr>
            <a:srgbClr val="A4A3A4"/>
          </p15:clr>
        </p15:guide>
        <p15:guide id="2" pos="440">
          <p15:clr>
            <a:srgbClr val="A4A3A4"/>
          </p15:clr>
        </p15:guide>
      </p15:sldGuideLst>
    </p:ext>
    <p:ext uri="GoogleSlidesCustomDataVersion2">
      <go:slidesCustomData xmlns:go="http://customooxmlschemas.google.com/" r:id="rId49" roundtripDataSignature="AMtx7mgXyXFVCR163FiQw6vJMz5bp76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816" orient="horz"/>
        <p:guide pos="4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HelveticaNeue-bold.fntdata"/><Relationship Id="rId45" Type="http://schemas.openxmlformats.org/officeDocument/2006/relationships/font" Target="fonts/HelveticaNeue-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HelveticaNeue-boldItalic.fntdata"/><Relationship Id="rId47" Type="http://schemas.openxmlformats.org/officeDocument/2006/relationships/font" Target="fonts/HelveticaNeue-italic.fntdata"/><Relationship Id="rId49"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36888" cy="463550"/>
          </a:xfrm>
          <a:prstGeom prst="rect">
            <a:avLst/>
          </a:prstGeom>
          <a:noFill/>
          <a:ln>
            <a:noFill/>
          </a:ln>
        </p:spPr>
        <p:txBody>
          <a:bodyPr anchorCtr="0" anchor="ctr" bIns="46575" lIns="93150" spcFirstLastPara="1" rIns="93150" wrap="square" tIns="46575">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4" name="Google Shape;4;n"/>
          <p:cNvSpPr txBox="1"/>
          <p:nvPr>
            <p:ph idx="10" type="dt"/>
          </p:nvPr>
        </p:nvSpPr>
        <p:spPr>
          <a:xfrm>
            <a:off x="3973513" y="0"/>
            <a:ext cx="3036887" cy="463550"/>
          </a:xfrm>
          <a:prstGeom prst="rect">
            <a:avLst/>
          </a:prstGeom>
          <a:noFill/>
          <a:ln>
            <a:noFill/>
          </a:ln>
        </p:spPr>
        <p:txBody>
          <a:bodyPr anchorCtr="0" anchor="ctr" bIns="46575" lIns="93150" spcFirstLastPara="1" rIns="93150" wrap="square" tIns="46575">
            <a:noAutofit/>
          </a:bodyPr>
          <a:lstStyle>
            <a:lvl1pPr lvl="0" marR="0" rtl="0" algn="r">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 name="Google Shape;5;n"/>
          <p:cNvSpPr/>
          <p:nvPr>
            <p:ph idx="3"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lvl1pPr indent="-228600" lvl="0" marL="4572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32850"/>
            <a:ext cx="3036888" cy="463550"/>
          </a:xfrm>
          <a:prstGeom prst="rect">
            <a:avLst/>
          </a:prstGeom>
          <a:noFill/>
          <a:ln>
            <a:noFill/>
          </a:ln>
        </p:spPr>
        <p:txBody>
          <a:bodyPr anchorCtr="0" anchor="b" bIns="46575" lIns="93150" spcFirstLastPara="1" rIns="93150" wrap="square" tIns="46575">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8" name="Google Shape;8;n"/>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1:notes"/>
          <p:cNvSpPr txBox="1"/>
          <p:nvPr>
            <p:ph idx="12" type="sldNum"/>
          </p:nvPr>
        </p:nvSpPr>
        <p:spPr>
          <a:xfrm>
            <a:off x="3973513" y="8832850"/>
            <a:ext cx="3036887" cy="463550"/>
          </a:xfrm>
          <a:prstGeom prst="rect">
            <a:avLst/>
          </a:prstGeom>
          <a:noFill/>
          <a:ln>
            <a:noFill/>
          </a:ln>
        </p:spPr>
        <p:txBody>
          <a:bodyPr anchorCtr="0" anchor="b" bIns="46575" lIns="93150" spcFirstLastPara="1" rIns="93150" wrap="square" tIns="46575">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66" name="Google Shape;66;p1: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 name="Google Shape;67;p1: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2: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 name="Google Shape;72;p2: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4: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 name="Google Shape;78;p4: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5: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 name="Google Shape;84;p5: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6: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 name="Google Shape;90;p6: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7:notes"/>
          <p:cNvSpPr txBox="1"/>
          <p:nvPr>
            <p:ph idx="1" type="body"/>
          </p:nvPr>
        </p:nvSpPr>
        <p:spPr>
          <a:xfrm>
            <a:off x="935038" y="4416425"/>
            <a:ext cx="5140325" cy="4181475"/>
          </a:xfrm>
          <a:prstGeom prst="rect">
            <a:avLst/>
          </a:prstGeom>
        </p:spPr>
        <p:txBody>
          <a:bodyPr anchorCtr="0" anchor="ctr" bIns="46575" lIns="93150" spcFirstLastPara="1" rIns="93150" wrap="square" tIns="46575">
            <a:noAutofit/>
          </a:bodyPr>
          <a:lstStyle/>
          <a:p>
            <a:pPr indent="0" lvl="0" marL="0" rtl="0" algn="l">
              <a:spcBef>
                <a:spcPts val="360"/>
              </a:spcBef>
              <a:spcAft>
                <a:spcPts val="0"/>
              </a:spcAft>
              <a:buNone/>
            </a:pPr>
            <a:r>
              <a:t/>
            </a:r>
            <a:endParaRPr/>
          </a:p>
        </p:txBody>
      </p:sp>
      <p:sp>
        <p:nvSpPr>
          <p:cNvPr id="96" name="Google Shape;96;p7: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8: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8: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9: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9: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0: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p10: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2:notes"/>
          <p:cNvSpPr txBox="1"/>
          <p:nvPr>
            <p:ph idx="1" type="body"/>
          </p:nvPr>
        </p:nvSpPr>
        <p:spPr>
          <a:xfrm>
            <a:off x="935038" y="4416425"/>
            <a:ext cx="5140325" cy="4181475"/>
          </a:xfrm>
          <a:prstGeom prst="rect">
            <a:avLst/>
          </a:prstGeom>
        </p:spPr>
        <p:txBody>
          <a:bodyPr anchorCtr="0" anchor="ctr" bIns="46575" lIns="93150" spcFirstLastPara="1" rIns="93150" wrap="square" tIns="46575">
            <a:noAutofit/>
          </a:bodyPr>
          <a:lstStyle/>
          <a:p>
            <a:pPr indent="0" lvl="0" marL="0" rtl="0" algn="l">
              <a:spcBef>
                <a:spcPts val="360"/>
              </a:spcBef>
              <a:spcAft>
                <a:spcPts val="0"/>
              </a:spcAft>
              <a:buNone/>
            </a:pPr>
            <a:r>
              <a:t/>
            </a:r>
            <a:endParaRPr/>
          </a:p>
        </p:txBody>
      </p:sp>
      <p:sp>
        <p:nvSpPr>
          <p:cNvPr id="122" name="Google Shape;122;p12: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3: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p13: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4: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14: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5: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p15: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6: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16: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7: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 name="Google Shape;154;p17: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9: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19: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20: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p20: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21: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21: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22: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22: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23: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p23: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5: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25: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26: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p26: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ba3b9bf4ec_0_10:notes"/>
          <p:cNvSpPr/>
          <p:nvPr>
            <p:ph idx="2" type="sldImg"/>
          </p:nvPr>
        </p:nvSpPr>
        <p:spPr>
          <a:xfrm>
            <a:off x="1182688" y="698500"/>
            <a:ext cx="4646700" cy="348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g2ba3b9bf4ec_0_10:notes"/>
          <p:cNvSpPr txBox="1"/>
          <p:nvPr>
            <p:ph idx="1" type="body"/>
          </p:nvPr>
        </p:nvSpPr>
        <p:spPr>
          <a:xfrm>
            <a:off x="935038" y="4416425"/>
            <a:ext cx="5140200" cy="4181400"/>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9: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 name="Google Shape;210;p29: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30: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30: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31: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31: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ba3b9bf4ec_0_71:notes"/>
          <p:cNvSpPr/>
          <p:nvPr>
            <p:ph idx="2" type="sldImg"/>
          </p:nvPr>
        </p:nvSpPr>
        <p:spPr>
          <a:xfrm>
            <a:off x="1182688" y="698500"/>
            <a:ext cx="4646700" cy="348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9" name="Google Shape;229;g2ba3b9bf4ec_0_71:notes"/>
          <p:cNvSpPr txBox="1"/>
          <p:nvPr>
            <p:ph idx="1" type="body"/>
          </p:nvPr>
        </p:nvSpPr>
        <p:spPr>
          <a:xfrm>
            <a:off x="935038" y="4416425"/>
            <a:ext cx="5140200" cy="4181400"/>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ba3b9bf4ec_0_76:notes"/>
          <p:cNvSpPr/>
          <p:nvPr>
            <p:ph idx="2" type="sldImg"/>
          </p:nvPr>
        </p:nvSpPr>
        <p:spPr>
          <a:xfrm>
            <a:off x="1182688" y="698500"/>
            <a:ext cx="4646700" cy="348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g2ba3b9bf4ec_0_76:notes"/>
          <p:cNvSpPr txBox="1"/>
          <p:nvPr>
            <p:ph idx="1" type="body"/>
          </p:nvPr>
        </p:nvSpPr>
        <p:spPr>
          <a:xfrm>
            <a:off x="935038" y="4416425"/>
            <a:ext cx="5140200" cy="4181400"/>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ba3b9bf4ec_0_81:notes"/>
          <p:cNvSpPr/>
          <p:nvPr>
            <p:ph idx="2" type="sldImg"/>
          </p:nvPr>
        </p:nvSpPr>
        <p:spPr>
          <a:xfrm>
            <a:off x="1182688" y="698500"/>
            <a:ext cx="4646700" cy="348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g2ba3b9bf4ec_0_81:notes"/>
          <p:cNvSpPr txBox="1"/>
          <p:nvPr>
            <p:ph idx="1" type="body"/>
          </p:nvPr>
        </p:nvSpPr>
        <p:spPr>
          <a:xfrm>
            <a:off x="935038" y="4416425"/>
            <a:ext cx="5140200" cy="4181400"/>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ba3b9bf4ec_0_86:notes"/>
          <p:cNvSpPr/>
          <p:nvPr>
            <p:ph idx="2" type="sldImg"/>
          </p:nvPr>
        </p:nvSpPr>
        <p:spPr>
          <a:xfrm>
            <a:off x="1182688" y="698500"/>
            <a:ext cx="4646700" cy="348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7" name="Google Shape;247;g2ba3b9bf4ec_0_86:notes"/>
          <p:cNvSpPr txBox="1"/>
          <p:nvPr>
            <p:ph idx="1" type="body"/>
          </p:nvPr>
        </p:nvSpPr>
        <p:spPr>
          <a:xfrm>
            <a:off x="935038" y="4416425"/>
            <a:ext cx="5140200" cy="4181400"/>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ba3b9bf4ec_0_91:notes"/>
          <p:cNvSpPr/>
          <p:nvPr>
            <p:ph idx="2" type="sldImg"/>
          </p:nvPr>
        </p:nvSpPr>
        <p:spPr>
          <a:xfrm>
            <a:off x="1182688" y="698500"/>
            <a:ext cx="4646700" cy="348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g2ba3b9bf4ec_0_91:notes"/>
          <p:cNvSpPr txBox="1"/>
          <p:nvPr>
            <p:ph idx="1" type="body"/>
          </p:nvPr>
        </p:nvSpPr>
        <p:spPr>
          <a:xfrm>
            <a:off x="935038" y="4416425"/>
            <a:ext cx="5140200" cy="4181400"/>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ba3b9bf4ec_0_98:notes"/>
          <p:cNvSpPr/>
          <p:nvPr>
            <p:ph idx="2" type="sldImg"/>
          </p:nvPr>
        </p:nvSpPr>
        <p:spPr>
          <a:xfrm>
            <a:off x="1182688" y="698500"/>
            <a:ext cx="4646700" cy="348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 name="Google Shape;261;g2ba3b9bf4ec_0_98:notes"/>
          <p:cNvSpPr txBox="1"/>
          <p:nvPr>
            <p:ph idx="1" type="body"/>
          </p:nvPr>
        </p:nvSpPr>
        <p:spPr>
          <a:xfrm>
            <a:off x="935038" y="4416425"/>
            <a:ext cx="5140200" cy="4181400"/>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2ba3b9bf4ec_0_109:notes"/>
          <p:cNvSpPr/>
          <p:nvPr>
            <p:ph idx="2" type="sldImg"/>
          </p:nvPr>
        </p:nvSpPr>
        <p:spPr>
          <a:xfrm>
            <a:off x="1182688" y="698500"/>
            <a:ext cx="4646700" cy="348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g2ba3b9bf4ec_0_109:notes"/>
          <p:cNvSpPr txBox="1"/>
          <p:nvPr>
            <p:ph idx="1" type="body"/>
          </p:nvPr>
        </p:nvSpPr>
        <p:spPr>
          <a:xfrm>
            <a:off x="935038" y="4416425"/>
            <a:ext cx="5140200" cy="4181400"/>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ba3b9bf4ec_0_114:notes"/>
          <p:cNvSpPr/>
          <p:nvPr>
            <p:ph idx="2" type="sldImg"/>
          </p:nvPr>
        </p:nvSpPr>
        <p:spPr>
          <a:xfrm>
            <a:off x="1182688" y="698500"/>
            <a:ext cx="4646700" cy="348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g2ba3b9bf4ec_0_114:notes"/>
          <p:cNvSpPr txBox="1"/>
          <p:nvPr>
            <p:ph idx="1" type="body"/>
          </p:nvPr>
        </p:nvSpPr>
        <p:spPr>
          <a:xfrm>
            <a:off x="935038" y="4416425"/>
            <a:ext cx="5140200" cy="4181400"/>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ba3b9bf4ec_0_120:notes"/>
          <p:cNvSpPr/>
          <p:nvPr>
            <p:ph idx="2" type="sldImg"/>
          </p:nvPr>
        </p:nvSpPr>
        <p:spPr>
          <a:xfrm>
            <a:off x="1182688" y="698500"/>
            <a:ext cx="4646700" cy="348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g2ba3b9bf4ec_0_120:notes"/>
          <p:cNvSpPr txBox="1"/>
          <p:nvPr>
            <p:ph idx="1" type="body"/>
          </p:nvPr>
        </p:nvSpPr>
        <p:spPr>
          <a:xfrm>
            <a:off x="935038" y="4416425"/>
            <a:ext cx="5140200" cy="4181400"/>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ba3b9bf4ec_0_125:notes"/>
          <p:cNvSpPr/>
          <p:nvPr>
            <p:ph idx="2" type="sldImg"/>
          </p:nvPr>
        </p:nvSpPr>
        <p:spPr>
          <a:xfrm>
            <a:off x="1182688" y="698500"/>
            <a:ext cx="4646700" cy="348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6" name="Google Shape;286;g2ba3b9bf4ec_0_125:notes"/>
          <p:cNvSpPr txBox="1"/>
          <p:nvPr>
            <p:ph idx="1" type="body"/>
          </p:nvPr>
        </p:nvSpPr>
        <p:spPr>
          <a:xfrm>
            <a:off x="935038" y="4416425"/>
            <a:ext cx="5140200" cy="4181400"/>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ba3b9bf4ec_0_130:notes"/>
          <p:cNvSpPr/>
          <p:nvPr>
            <p:ph idx="2" type="sldImg"/>
          </p:nvPr>
        </p:nvSpPr>
        <p:spPr>
          <a:xfrm>
            <a:off x="1182688" y="698500"/>
            <a:ext cx="4646700" cy="348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2" name="Google Shape;292;g2ba3b9bf4ec_0_130:notes"/>
          <p:cNvSpPr txBox="1"/>
          <p:nvPr>
            <p:ph idx="1" type="body"/>
          </p:nvPr>
        </p:nvSpPr>
        <p:spPr>
          <a:xfrm>
            <a:off x="935038" y="4416425"/>
            <a:ext cx="5140200" cy="4181400"/>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ba3b9bf4ec_0_135:notes"/>
          <p:cNvSpPr/>
          <p:nvPr>
            <p:ph idx="2" type="sldImg"/>
          </p:nvPr>
        </p:nvSpPr>
        <p:spPr>
          <a:xfrm>
            <a:off x="1182688" y="698500"/>
            <a:ext cx="4646700" cy="348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 name="Google Shape;298;g2ba3b9bf4ec_0_135:notes"/>
          <p:cNvSpPr txBox="1"/>
          <p:nvPr>
            <p:ph idx="1" type="body"/>
          </p:nvPr>
        </p:nvSpPr>
        <p:spPr>
          <a:xfrm>
            <a:off x="935038" y="4416425"/>
            <a:ext cx="5140200" cy="4181400"/>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71:notes"/>
          <p:cNvSpPr/>
          <p:nvPr>
            <p:ph idx="2" type="sldImg"/>
          </p:nvPr>
        </p:nvSpPr>
        <p:spPr>
          <a:xfrm>
            <a:off x="1182688" y="698500"/>
            <a:ext cx="4646612"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5" name="Google Shape;305;p71:notes"/>
          <p:cNvSpPr txBox="1"/>
          <p:nvPr>
            <p:ph idx="1" type="body"/>
          </p:nvPr>
        </p:nvSpPr>
        <p:spPr>
          <a:xfrm>
            <a:off x="935038" y="4416425"/>
            <a:ext cx="5140325" cy="4181475"/>
          </a:xfrm>
          <a:prstGeom prst="rect">
            <a:avLst/>
          </a:prstGeom>
          <a:noFill/>
          <a:ln>
            <a:noFill/>
          </a:ln>
        </p:spPr>
        <p:txBody>
          <a:bodyPr anchorCtr="0" anchor="ctr" bIns="46575" lIns="93150" spcFirstLastPara="1" rIns="93150" wrap="square" tIns="4657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1" name="Shape 21"/>
        <p:cNvGrpSpPr/>
        <p:nvPr/>
      </p:nvGrpSpPr>
      <p:grpSpPr>
        <a:xfrm>
          <a:off x="0" y="0"/>
          <a:ext cx="0" cy="0"/>
          <a:chOff x="0" y="0"/>
          <a:chExt cx="0" cy="0"/>
        </a:xfrm>
      </p:grpSpPr>
      <p:grpSp>
        <p:nvGrpSpPr>
          <p:cNvPr id="22" name="Google Shape;22;p73"/>
          <p:cNvGrpSpPr/>
          <p:nvPr/>
        </p:nvGrpSpPr>
        <p:grpSpPr>
          <a:xfrm>
            <a:off x="198438" y="2960688"/>
            <a:ext cx="8610600" cy="201612"/>
            <a:chOff x="125" y="1865"/>
            <a:chExt cx="5424" cy="127"/>
          </a:xfrm>
        </p:grpSpPr>
        <p:sp>
          <p:nvSpPr>
            <p:cNvPr id="23" name="Google Shape;23;p73"/>
            <p:cNvSpPr/>
            <p:nvPr/>
          </p:nvSpPr>
          <p:spPr>
            <a:xfrm>
              <a:off x="125" y="1865"/>
              <a:ext cx="1808" cy="127"/>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4" name="Google Shape;24;p73"/>
            <p:cNvSpPr/>
            <p:nvPr/>
          </p:nvSpPr>
          <p:spPr>
            <a:xfrm>
              <a:off x="1933" y="1865"/>
              <a:ext cx="1808" cy="127"/>
            </a:xfrm>
            <a:prstGeom prst="rect">
              <a:avLst/>
            </a:prstGeom>
            <a:solidFill>
              <a:srgbClr val="99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5" name="Google Shape;25;p73"/>
            <p:cNvSpPr/>
            <p:nvPr/>
          </p:nvSpPr>
          <p:spPr>
            <a:xfrm>
              <a:off x="3741" y="1865"/>
              <a:ext cx="1808" cy="127"/>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grpSp>
      <p:sp>
        <p:nvSpPr>
          <p:cNvPr id="26" name="Google Shape;26;p73"/>
          <p:cNvSpPr txBox="1"/>
          <p:nvPr/>
        </p:nvSpPr>
        <p:spPr>
          <a:xfrm>
            <a:off x="6489700" y="6588125"/>
            <a:ext cx="2713038" cy="2444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336699"/>
                </a:solidFill>
                <a:latin typeface="Helvetica Neue"/>
                <a:ea typeface="Helvetica Neue"/>
                <a:cs typeface="Helvetica Neue"/>
                <a:sym typeface="Helvetica Neue"/>
              </a:rPr>
              <a:t>Silberschatz, Galvin and Gagne ©2018</a:t>
            </a:r>
            <a:endParaRPr/>
          </a:p>
        </p:txBody>
      </p:sp>
      <p:sp>
        <p:nvSpPr>
          <p:cNvPr id="27" name="Google Shape;27;p73"/>
          <p:cNvSpPr txBox="1"/>
          <p:nvPr/>
        </p:nvSpPr>
        <p:spPr>
          <a:xfrm>
            <a:off x="26988" y="6613525"/>
            <a:ext cx="2730500" cy="2460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336699"/>
                </a:solidFill>
                <a:latin typeface="Helvetica Neue"/>
                <a:ea typeface="Helvetica Neue"/>
                <a:cs typeface="Helvetica Neue"/>
                <a:sym typeface="Helvetica Neue"/>
              </a:rPr>
              <a:t>Operating System Concepts – 10</a:t>
            </a:r>
            <a:r>
              <a:rPr b="1" baseline="30000" i="0" lang="en-US" sz="1000" u="none" cap="none" strike="noStrike">
                <a:solidFill>
                  <a:srgbClr val="336699"/>
                </a:solidFill>
                <a:latin typeface="Helvetica Neue"/>
                <a:ea typeface="Helvetica Neue"/>
                <a:cs typeface="Helvetica Neue"/>
                <a:sym typeface="Helvetica Neue"/>
              </a:rPr>
              <a:t>th</a:t>
            </a:r>
            <a:r>
              <a:rPr b="1" i="0" lang="en-US" sz="1000" u="none" cap="none" strike="noStrike">
                <a:solidFill>
                  <a:srgbClr val="336699"/>
                </a:solidFill>
                <a:latin typeface="Helvetica Neue"/>
                <a:ea typeface="Helvetica Neue"/>
                <a:cs typeface="Helvetica Neue"/>
                <a:sym typeface="Helvetica Neue"/>
              </a:rPr>
              <a:t> Edition</a:t>
            </a:r>
            <a:endParaRPr/>
          </a:p>
        </p:txBody>
      </p:sp>
      <p:pic>
        <p:nvPicPr>
          <p:cNvPr descr="dino_4" id="28" name="Google Shape;28;p73"/>
          <p:cNvPicPr preferRelativeResize="0"/>
          <p:nvPr/>
        </p:nvPicPr>
        <p:blipFill rotWithShape="1">
          <a:blip r:embed="rId2">
            <a:alphaModFix/>
          </a:blip>
          <a:srcRect b="0" l="0" r="0" t="0"/>
          <a:stretch/>
        </p:blipFill>
        <p:spPr>
          <a:xfrm>
            <a:off x="3360738" y="4157663"/>
            <a:ext cx="2062162" cy="1593850"/>
          </a:xfrm>
          <a:prstGeom prst="rect">
            <a:avLst/>
          </a:prstGeom>
          <a:noFill/>
          <a:ln cap="flat" cmpd="sng" w="76200">
            <a:solidFill>
              <a:srgbClr val="336699"/>
            </a:solidFill>
            <a:prstDash val="solid"/>
            <a:miter lim="800000"/>
            <a:headEnd len="sm" w="sm" type="none"/>
            <a:tailEnd len="sm" w="sm" type="none"/>
          </a:ln>
        </p:spPr>
      </p:pic>
      <p:sp>
        <p:nvSpPr>
          <p:cNvPr id="29" name="Google Shape;29;p73"/>
          <p:cNvSpPr/>
          <p:nvPr/>
        </p:nvSpPr>
        <p:spPr>
          <a:xfrm>
            <a:off x="3224213" y="4006850"/>
            <a:ext cx="2336800" cy="1887538"/>
          </a:xfrm>
          <a:prstGeom prst="rect">
            <a:avLst/>
          </a:prstGeom>
          <a:noFill/>
          <a:ln cap="flat" cmpd="thinThick" w="57150">
            <a:solidFill>
              <a:srgbClr val="66CC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30" name="Google Shape;30;p73"/>
          <p:cNvSpPr txBox="1"/>
          <p:nvPr>
            <p:ph type="ctrTitle"/>
          </p:nvPr>
        </p:nvSpPr>
        <p:spPr>
          <a:xfrm>
            <a:off x="685800" y="685800"/>
            <a:ext cx="7772400" cy="212725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43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74"/>
          <p:cNvSpPr txBox="1"/>
          <p:nvPr>
            <p:ph type="title"/>
          </p:nvPr>
        </p:nvSpPr>
        <p:spPr>
          <a:xfrm>
            <a:off x="457200" y="225425"/>
            <a:ext cx="8077200" cy="576263"/>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74"/>
          <p:cNvSpPr txBox="1"/>
          <p:nvPr>
            <p:ph idx="1" type="body"/>
          </p:nvPr>
        </p:nvSpPr>
        <p:spPr>
          <a:xfrm>
            <a:off x="790575" y="1233488"/>
            <a:ext cx="7743825" cy="4530725"/>
          </a:xfrm>
          <a:prstGeom prst="rect">
            <a:avLst/>
          </a:prstGeom>
          <a:noFill/>
          <a:ln>
            <a:noFill/>
          </a:ln>
        </p:spPr>
        <p:txBody>
          <a:bodyPr anchorCtr="0" anchor="t" bIns="45700" lIns="91425" spcFirstLastPara="1" rIns="91425" wrap="square" tIns="45700">
            <a:noAutofit/>
          </a:bodyPr>
          <a:lstStyle>
            <a:lvl1pPr indent="-354330" lvl="0" marL="457200" algn="l">
              <a:spcBef>
                <a:spcPts val="630"/>
              </a:spcBef>
              <a:spcAft>
                <a:spcPts val="0"/>
              </a:spcAft>
              <a:buSzPts val="1980"/>
              <a:buChar char="▪"/>
              <a:defRPr/>
            </a:lvl1pPr>
            <a:lvl2pPr indent="-354330" lvl="1" marL="914400" algn="l">
              <a:spcBef>
                <a:spcPts val="630"/>
              </a:spcBef>
              <a:spcAft>
                <a:spcPts val="0"/>
              </a:spcAft>
              <a:buSzPts val="1980"/>
              <a:buChar char="•"/>
              <a:defRPr/>
            </a:lvl2pPr>
            <a:lvl3pPr indent="-314325" lvl="2" marL="1371600" algn="l">
              <a:spcBef>
                <a:spcPts val="630"/>
              </a:spcBef>
              <a:spcAft>
                <a:spcPts val="0"/>
              </a:spcAft>
              <a:buSzPts val="1350"/>
              <a:buChar char="4"/>
              <a:defRPr/>
            </a:lvl3pPr>
            <a:lvl4pPr indent="-314325" lvl="3" marL="1828800" algn="l">
              <a:spcBef>
                <a:spcPts val="630"/>
              </a:spcBef>
              <a:spcAft>
                <a:spcPts val="0"/>
              </a:spcAft>
              <a:buSzPts val="135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75"/>
          <p:cNvSpPr txBox="1"/>
          <p:nvPr>
            <p:ph type="title"/>
          </p:nvPr>
        </p:nvSpPr>
        <p:spPr>
          <a:xfrm>
            <a:off x="457200" y="225425"/>
            <a:ext cx="8077200" cy="576263"/>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7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7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700"/>
              </a:spcBef>
              <a:spcAft>
                <a:spcPts val="0"/>
              </a:spcAft>
              <a:buSzPts val="2200"/>
              <a:buNone/>
              <a:defRPr sz="2000"/>
            </a:lvl1pPr>
            <a:lvl2pPr indent="-228600" lvl="1" marL="914400" algn="l">
              <a:spcBef>
                <a:spcPts val="630"/>
              </a:spcBef>
              <a:spcAft>
                <a:spcPts val="0"/>
              </a:spcAft>
              <a:buSzPts val="1980"/>
              <a:buNone/>
              <a:defRPr sz="1800"/>
            </a:lvl2pPr>
            <a:lvl3pPr indent="-228600" lvl="2" marL="1371600" algn="l">
              <a:spcBef>
                <a:spcPts val="560"/>
              </a:spcBef>
              <a:spcAft>
                <a:spcPts val="0"/>
              </a:spcAft>
              <a:buSzPts val="1200"/>
              <a:buNone/>
              <a:defRPr sz="1600"/>
            </a:lvl3pPr>
            <a:lvl4pPr indent="-228600" lvl="3" marL="1828800" algn="l">
              <a:spcBef>
                <a:spcPts val="490"/>
              </a:spcBef>
              <a:spcAft>
                <a:spcPts val="0"/>
              </a:spcAft>
              <a:buSzPts val="1050"/>
              <a:buFont typeface="Helvetica Neue"/>
              <a:buNone/>
              <a:defRPr sz="1400"/>
            </a:lvl4pPr>
            <a:lvl5pPr indent="-228600" lvl="4" marL="2286000" algn="l">
              <a:spcBef>
                <a:spcPts val="490"/>
              </a:spcBef>
              <a:spcAft>
                <a:spcPts val="0"/>
              </a:spcAft>
              <a:buSzPts val="1050"/>
              <a:buFont typeface="Helvetica Neue"/>
              <a:buNone/>
              <a:defRPr sz="1400"/>
            </a:lvl5pPr>
            <a:lvl6pPr indent="-228600" lvl="5" marL="2743200" algn="l">
              <a:spcBef>
                <a:spcPts val="490"/>
              </a:spcBef>
              <a:spcAft>
                <a:spcPts val="0"/>
              </a:spcAft>
              <a:buSzPts val="1050"/>
              <a:buFont typeface="Helvetica Neue"/>
              <a:buNone/>
              <a:defRPr sz="1400"/>
            </a:lvl6pPr>
            <a:lvl7pPr indent="-228600" lvl="6" marL="3200400" algn="l">
              <a:spcBef>
                <a:spcPts val="490"/>
              </a:spcBef>
              <a:spcAft>
                <a:spcPts val="0"/>
              </a:spcAft>
              <a:buSzPts val="1050"/>
              <a:buFont typeface="Helvetica Neue"/>
              <a:buNone/>
              <a:defRPr sz="1400"/>
            </a:lvl7pPr>
            <a:lvl8pPr indent="-228600" lvl="7" marL="3657600" algn="l">
              <a:spcBef>
                <a:spcPts val="490"/>
              </a:spcBef>
              <a:spcAft>
                <a:spcPts val="0"/>
              </a:spcAft>
              <a:buSzPts val="1050"/>
              <a:buFont typeface="Helvetica Neue"/>
              <a:buNone/>
              <a:defRPr sz="1400"/>
            </a:lvl8pPr>
            <a:lvl9pPr indent="-228600" lvl="8" marL="4114800" algn="l">
              <a:spcBef>
                <a:spcPts val="490"/>
              </a:spcBef>
              <a:spcAft>
                <a:spcPts val="0"/>
              </a:spcAft>
              <a:buSzPts val="1050"/>
              <a:buFont typeface="Helvetica Neue"/>
              <a:buNone/>
              <a:defRPr sz="14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77"/>
          <p:cNvSpPr txBox="1"/>
          <p:nvPr>
            <p:ph type="title"/>
          </p:nvPr>
        </p:nvSpPr>
        <p:spPr>
          <a:xfrm>
            <a:off x="457200" y="225425"/>
            <a:ext cx="8077200" cy="576263"/>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1" name="Google Shape;41;p77"/>
          <p:cNvSpPr txBox="1"/>
          <p:nvPr>
            <p:ph idx="1" type="body"/>
          </p:nvPr>
        </p:nvSpPr>
        <p:spPr>
          <a:xfrm>
            <a:off x="806450" y="1233488"/>
            <a:ext cx="4038600" cy="4530725"/>
          </a:xfrm>
          <a:prstGeom prst="rect">
            <a:avLst/>
          </a:prstGeom>
          <a:noFill/>
          <a:ln>
            <a:noFill/>
          </a:ln>
        </p:spPr>
        <p:txBody>
          <a:bodyPr anchorCtr="0" anchor="t" bIns="45700" lIns="91425" spcFirstLastPara="1" rIns="91425" wrap="square" tIns="45700">
            <a:noAutofit/>
          </a:bodyPr>
          <a:lstStyle>
            <a:lvl1pPr indent="-424180" lvl="0" marL="457200" algn="l">
              <a:spcBef>
                <a:spcPts val="980"/>
              </a:spcBef>
              <a:spcAft>
                <a:spcPts val="0"/>
              </a:spcAft>
              <a:buSzPts val="3080"/>
              <a:buChar char="▪"/>
              <a:defRPr sz="2800"/>
            </a:lvl1pPr>
            <a:lvl2pPr indent="-396240" lvl="1" marL="914400" algn="l">
              <a:spcBef>
                <a:spcPts val="840"/>
              </a:spcBef>
              <a:spcAft>
                <a:spcPts val="0"/>
              </a:spcAft>
              <a:buSzPts val="2640"/>
              <a:buChar char="•"/>
              <a:defRPr sz="2400"/>
            </a:lvl2pPr>
            <a:lvl3pPr indent="-323850" lvl="2" marL="1371600" algn="l">
              <a:spcBef>
                <a:spcPts val="700"/>
              </a:spcBef>
              <a:spcAft>
                <a:spcPts val="0"/>
              </a:spcAft>
              <a:buSzPts val="1500"/>
              <a:buChar char="4"/>
              <a:defRPr sz="2000"/>
            </a:lvl3pPr>
            <a:lvl4pPr indent="-314325" lvl="3" marL="1828800" algn="l">
              <a:spcBef>
                <a:spcPts val="630"/>
              </a:spcBef>
              <a:spcAft>
                <a:spcPts val="0"/>
              </a:spcAft>
              <a:buSzPts val="1350"/>
              <a:buFont typeface="Helvetica Neue"/>
              <a:buChar char="–"/>
              <a:defRPr sz="1800"/>
            </a:lvl4pPr>
            <a:lvl5pPr indent="-314325" lvl="4" marL="2286000" algn="l">
              <a:spcBef>
                <a:spcPts val="630"/>
              </a:spcBef>
              <a:spcAft>
                <a:spcPts val="0"/>
              </a:spcAft>
              <a:buSzPts val="1350"/>
              <a:buFont typeface="Helvetica Neue"/>
              <a:buChar char="»"/>
              <a:defRPr sz="1800"/>
            </a:lvl5pPr>
            <a:lvl6pPr indent="-314325" lvl="5" marL="2743200" algn="l">
              <a:spcBef>
                <a:spcPts val="630"/>
              </a:spcBef>
              <a:spcAft>
                <a:spcPts val="0"/>
              </a:spcAft>
              <a:buSzPts val="1350"/>
              <a:buFont typeface="Helvetica Neue"/>
              <a:buChar char="»"/>
              <a:defRPr sz="1800"/>
            </a:lvl6pPr>
            <a:lvl7pPr indent="-314325" lvl="6" marL="3200400" algn="l">
              <a:spcBef>
                <a:spcPts val="630"/>
              </a:spcBef>
              <a:spcAft>
                <a:spcPts val="0"/>
              </a:spcAft>
              <a:buSzPts val="1350"/>
              <a:buFont typeface="Helvetica Neue"/>
              <a:buChar char="»"/>
              <a:defRPr sz="1800"/>
            </a:lvl7pPr>
            <a:lvl8pPr indent="-314325" lvl="7" marL="3657600" algn="l">
              <a:spcBef>
                <a:spcPts val="630"/>
              </a:spcBef>
              <a:spcAft>
                <a:spcPts val="0"/>
              </a:spcAft>
              <a:buSzPts val="1350"/>
              <a:buFont typeface="Helvetica Neue"/>
              <a:buChar char="»"/>
              <a:defRPr sz="1800"/>
            </a:lvl8pPr>
            <a:lvl9pPr indent="-314325" lvl="8" marL="4114800" algn="l">
              <a:spcBef>
                <a:spcPts val="630"/>
              </a:spcBef>
              <a:spcAft>
                <a:spcPts val="0"/>
              </a:spcAft>
              <a:buSzPts val="1350"/>
              <a:buFont typeface="Helvetica Neue"/>
              <a:buChar char="»"/>
              <a:defRPr sz="1800"/>
            </a:lvl9pPr>
          </a:lstStyle>
          <a:p/>
        </p:txBody>
      </p:sp>
      <p:sp>
        <p:nvSpPr>
          <p:cNvPr id="42" name="Google Shape;42;p77"/>
          <p:cNvSpPr txBox="1"/>
          <p:nvPr>
            <p:ph idx="2" type="body"/>
          </p:nvPr>
        </p:nvSpPr>
        <p:spPr>
          <a:xfrm>
            <a:off x="4997450" y="1233488"/>
            <a:ext cx="4038600" cy="4530725"/>
          </a:xfrm>
          <a:prstGeom prst="rect">
            <a:avLst/>
          </a:prstGeom>
          <a:noFill/>
          <a:ln>
            <a:noFill/>
          </a:ln>
        </p:spPr>
        <p:txBody>
          <a:bodyPr anchorCtr="0" anchor="t" bIns="45700" lIns="91425" spcFirstLastPara="1" rIns="91425" wrap="square" tIns="45700">
            <a:noAutofit/>
          </a:bodyPr>
          <a:lstStyle>
            <a:lvl1pPr indent="-424180" lvl="0" marL="457200" algn="l">
              <a:spcBef>
                <a:spcPts val="980"/>
              </a:spcBef>
              <a:spcAft>
                <a:spcPts val="0"/>
              </a:spcAft>
              <a:buSzPts val="3080"/>
              <a:buChar char="▪"/>
              <a:defRPr sz="2800"/>
            </a:lvl1pPr>
            <a:lvl2pPr indent="-396240" lvl="1" marL="914400" algn="l">
              <a:spcBef>
                <a:spcPts val="840"/>
              </a:spcBef>
              <a:spcAft>
                <a:spcPts val="0"/>
              </a:spcAft>
              <a:buSzPts val="2640"/>
              <a:buChar char="•"/>
              <a:defRPr sz="2400"/>
            </a:lvl2pPr>
            <a:lvl3pPr indent="-323850" lvl="2" marL="1371600" algn="l">
              <a:spcBef>
                <a:spcPts val="700"/>
              </a:spcBef>
              <a:spcAft>
                <a:spcPts val="0"/>
              </a:spcAft>
              <a:buSzPts val="1500"/>
              <a:buChar char="4"/>
              <a:defRPr sz="2000"/>
            </a:lvl3pPr>
            <a:lvl4pPr indent="-314325" lvl="3" marL="1828800" algn="l">
              <a:spcBef>
                <a:spcPts val="630"/>
              </a:spcBef>
              <a:spcAft>
                <a:spcPts val="0"/>
              </a:spcAft>
              <a:buSzPts val="1350"/>
              <a:buFont typeface="Helvetica Neue"/>
              <a:buChar char="–"/>
              <a:defRPr sz="1800"/>
            </a:lvl4pPr>
            <a:lvl5pPr indent="-314325" lvl="4" marL="2286000" algn="l">
              <a:spcBef>
                <a:spcPts val="630"/>
              </a:spcBef>
              <a:spcAft>
                <a:spcPts val="0"/>
              </a:spcAft>
              <a:buSzPts val="1350"/>
              <a:buFont typeface="Helvetica Neue"/>
              <a:buChar char="»"/>
              <a:defRPr sz="1800"/>
            </a:lvl5pPr>
            <a:lvl6pPr indent="-314325" lvl="5" marL="2743200" algn="l">
              <a:spcBef>
                <a:spcPts val="630"/>
              </a:spcBef>
              <a:spcAft>
                <a:spcPts val="0"/>
              </a:spcAft>
              <a:buSzPts val="1350"/>
              <a:buFont typeface="Helvetica Neue"/>
              <a:buChar char="»"/>
              <a:defRPr sz="1800"/>
            </a:lvl6pPr>
            <a:lvl7pPr indent="-314325" lvl="6" marL="3200400" algn="l">
              <a:spcBef>
                <a:spcPts val="630"/>
              </a:spcBef>
              <a:spcAft>
                <a:spcPts val="0"/>
              </a:spcAft>
              <a:buSzPts val="1350"/>
              <a:buFont typeface="Helvetica Neue"/>
              <a:buChar char="»"/>
              <a:defRPr sz="1800"/>
            </a:lvl7pPr>
            <a:lvl8pPr indent="-314325" lvl="7" marL="3657600" algn="l">
              <a:spcBef>
                <a:spcPts val="630"/>
              </a:spcBef>
              <a:spcAft>
                <a:spcPts val="0"/>
              </a:spcAft>
              <a:buSzPts val="1350"/>
              <a:buFont typeface="Helvetica Neue"/>
              <a:buChar char="»"/>
              <a:defRPr sz="1800"/>
            </a:lvl8pPr>
            <a:lvl9pPr indent="-314325" lvl="8" marL="4114800" algn="l">
              <a:spcBef>
                <a:spcPts val="630"/>
              </a:spcBef>
              <a:spcAft>
                <a:spcPts val="0"/>
              </a:spcAft>
              <a:buSzPts val="1350"/>
              <a:buFont typeface="Helvetica Neue"/>
              <a:buChar char="»"/>
              <a:defRPr sz="1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78"/>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7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2640"/>
              <a:buNone/>
              <a:defRPr b="1" sz="2400"/>
            </a:lvl1pPr>
            <a:lvl2pPr indent="-228600" lvl="1" marL="914400" algn="l">
              <a:spcBef>
                <a:spcPts val="700"/>
              </a:spcBef>
              <a:spcAft>
                <a:spcPts val="0"/>
              </a:spcAft>
              <a:buSzPts val="2200"/>
              <a:buNone/>
              <a:defRPr b="1" sz="2000"/>
            </a:lvl2pPr>
            <a:lvl3pPr indent="-228600" lvl="2" marL="1371600" algn="l">
              <a:spcBef>
                <a:spcPts val="630"/>
              </a:spcBef>
              <a:spcAft>
                <a:spcPts val="0"/>
              </a:spcAft>
              <a:buSzPts val="1350"/>
              <a:buNone/>
              <a:defRPr b="1" sz="1800"/>
            </a:lvl3pPr>
            <a:lvl4pPr indent="-228600" lvl="3" marL="1828800" algn="l">
              <a:spcBef>
                <a:spcPts val="560"/>
              </a:spcBef>
              <a:spcAft>
                <a:spcPts val="0"/>
              </a:spcAft>
              <a:buSzPts val="1200"/>
              <a:buFont typeface="Helvetica Neue"/>
              <a:buNone/>
              <a:defRPr b="1" sz="1600"/>
            </a:lvl4pPr>
            <a:lvl5pPr indent="-228600" lvl="4" marL="2286000" algn="l">
              <a:spcBef>
                <a:spcPts val="560"/>
              </a:spcBef>
              <a:spcAft>
                <a:spcPts val="0"/>
              </a:spcAft>
              <a:buSzPts val="1200"/>
              <a:buFont typeface="Helvetica Neue"/>
              <a:buNone/>
              <a:defRPr b="1" sz="1600"/>
            </a:lvl5pPr>
            <a:lvl6pPr indent="-228600" lvl="5" marL="2743200" algn="l">
              <a:spcBef>
                <a:spcPts val="560"/>
              </a:spcBef>
              <a:spcAft>
                <a:spcPts val="0"/>
              </a:spcAft>
              <a:buSzPts val="1200"/>
              <a:buFont typeface="Helvetica Neue"/>
              <a:buNone/>
              <a:defRPr b="1" sz="1600"/>
            </a:lvl6pPr>
            <a:lvl7pPr indent="-228600" lvl="6" marL="3200400" algn="l">
              <a:spcBef>
                <a:spcPts val="560"/>
              </a:spcBef>
              <a:spcAft>
                <a:spcPts val="0"/>
              </a:spcAft>
              <a:buSzPts val="1200"/>
              <a:buFont typeface="Helvetica Neue"/>
              <a:buNone/>
              <a:defRPr b="1" sz="1600"/>
            </a:lvl7pPr>
            <a:lvl8pPr indent="-228600" lvl="7" marL="3657600" algn="l">
              <a:spcBef>
                <a:spcPts val="560"/>
              </a:spcBef>
              <a:spcAft>
                <a:spcPts val="0"/>
              </a:spcAft>
              <a:buSzPts val="1200"/>
              <a:buFont typeface="Helvetica Neue"/>
              <a:buNone/>
              <a:defRPr b="1" sz="1600"/>
            </a:lvl8pPr>
            <a:lvl9pPr indent="-228600" lvl="8" marL="4114800" algn="l">
              <a:spcBef>
                <a:spcPts val="560"/>
              </a:spcBef>
              <a:spcAft>
                <a:spcPts val="0"/>
              </a:spcAft>
              <a:buSzPts val="1200"/>
              <a:buFont typeface="Helvetica Neue"/>
              <a:buNone/>
              <a:defRPr b="1" sz="1600"/>
            </a:lvl9pPr>
          </a:lstStyle>
          <a:p/>
        </p:txBody>
      </p:sp>
      <p:sp>
        <p:nvSpPr>
          <p:cNvPr id="46" name="Google Shape;46;p7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96240" lvl="0" marL="457200" algn="l">
              <a:spcBef>
                <a:spcPts val="840"/>
              </a:spcBef>
              <a:spcAft>
                <a:spcPts val="0"/>
              </a:spcAft>
              <a:buSzPts val="2640"/>
              <a:buChar char="▪"/>
              <a:defRPr sz="2400"/>
            </a:lvl1pPr>
            <a:lvl2pPr indent="-368300" lvl="1" marL="914400" algn="l">
              <a:spcBef>
                <a:spcPts val="700"/>
              </a:spcBef>
              <a:spcAft>
                <a:spcPts val="0"/>
              </a:spcAft>
              <a:buSzPts val="2200"/>
              <a:buChar char="•"/>
              <a:defRPr sz="2000"/>
            </a:lvl2pPr>
            <a:lvl3pPr indent="-314325" lvl="2" marL="1371600" algn="l">
              <a:spcBef>
                <a:spcPts val="630"/>
              </a:spcBef>
              <a:spcAft>
                <a:spcPts val="0"/>
              </a:spcAft>
              <a:buSzPts val="1350"/>
              <a:buChar char="4"/>
              <a:defRPr sz="1800"/>
            </a:lvl3pPr>
            <a:lvl4pPr indent="-304800" lvl="3" marL="1828800" algn="l">
              <a:spcBef>
                <a:spcPts val="560"/>
              </a:spcBef>
              <a:spcAft>
                <a:spcPts val="0"/>
              </a:spcAft>
              <a:buSzPts val="1200"/>
              <a:buFont typeface="Helvetica Neue"/>
              <a:buChar char="–"/>
              <a:defRPr sz="1600"/>
            </a:lvl4pPr>
            <a:lvl5pPr indent="-304800" lvl="4" marL="2286000" algn="l">
              <a:spcBef>
                <a:spcPts val="560"/>
              </a:spcBef>
              <a:spcAft>
                <a:spcPts val="0"/>
              </a:spcAft>
              <a:buSzPts val="1200"/>
              <a:buFont typeface="Helvetica Neue"/>
              <a:buChar char="»"/>
              <a:defRPr sz="1600"/>
            </a:lvl5pPr>
            <a:lvl6pPr indent="-304800" lvl="5" marL="2743200" algn="l">
              <a:spcBef>
                <a:spcPts val="560"/>
              </a:spcBef>
              <a:spcAft>
                <a:spcPts val="0"/>
              </a:spcAft>
              <a:buSzPts val="1200"/>
              <a:buFont typeface="Helvetica Neue"/>
              <a:buChar char="»"/>
              <a:defRPr sz="1600"/>
            </a:lvl6pPr>
            <a:lvl7pPr indent="-304800" lvl="6" marL="3200400" algn="l">
              <a:spcBef>
                <a:spcPts val="560"/>
              </a:spcBef>
              <a:spcAft>
                <a:spcPts val="0"/>
              </a:spcAft>
              <a:buSzPts val="1200"/>
              <a:buFont typeface="Helvetica Neue"/>
              <a:buChar char="»"/>
              <a:defRPr sz="1600"/>
            </a:lvl7pPr>
            <a:lvl8pPr indent="-304800" lvl="7" marL="3657600" algn="l">
              <a:spcBef>
                <a:spcPts val="560"/>
              </a:spcBef>
              <a:spcAft>
                <a:spcPts val="0"/>
              </a:spcAft>
              <a:buSzPts val="1200"/>
              <a:buFont typeface="Helvetica Neue"/>
              <a:buChar char="»"/>
              <a:defRPr sz="1600"/>
            </a:lvl8pPr>
            <a:lvl9pPr indent="-304800" lvl="8" marL="4114800" algn="l">
              <a:spcBef>
                <a:spcPts val="560"/>
              </a:spcBef>
              <a:spcAft>
                <a:spcPts val="0"/>
              </a:spcAft>
              <a:buSzPts val="1200"/>
              <a:buFont typeface="Helvetica Neue"/>
              <a:buChar char="»"/>
              <a:defRPr sz="1600"/>
            </a:lvl9pPr>
          </a:lstStyle>
          <a:p/>
        </p:txBody>
      </p:sp>
      <p:sp>
        <p:nvSpPr>
          <p:cNvPr id="47" name="Google Shape;47;p7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2640"/>
              <a:buNone/>
              <a:defRPr b="1" sz="2400"/>
            </a:lvl1pPr>
            <a:lvl2pPr indent="-228600" lvl="1" marL="914400" algn="l">
              <a:spcBef>
                <a:spcPts val="700"/>
              </a:spcBef>
              <a:spcAft>
                <a:spcPts val="0"/>
              </a:spcAft>
              <a:buSzPts val="2200"/>
              <a:buNone/>
              <a:defRPr b="1" sz="2000"/>
            </a:lvl2pPr>
            <a:lvl3pPr indent="-228600" lvl="2" marL="1371600" algn="l">
              <a:spcBef>
                <a:spcPts val="630"/>
              </a:spcBef>
              <a:spcAft>
                <a:spcPts val="0"/>
              </a:spcAft>
              <a:buSzPts val="1350"/>
              <a:buNone/>
              <a:defRPr b="1" sz="1800"/>
            </a:lvl3pPr>
            <a:lvl4pPr indent="-228600" lvl="3" marL="1828800" algn="l">
              <a:spcBef>
                <a:spcPts val="560"/>
              </a:spcBef>
              <a:spcAft>
                <a:spcPts val="0"/>
              </a:spcAft>
              <a:buSzPts val="1200"/>
              <a:buFont typeface="Helvetica Neue"/>
              <a:buNone/>
              <a:defRPr b="1" sz="1600"/>
            </a:lvl4pPr>
            <a:lvl5pPr indent="-228600" lvl="4" marL="2286000" algn="l">
              <a:spcBef>
                <a:spcPts val="560"/>
              </a:spcBef>
              <a:spcAft>
                <a:spcPts val="0"/>
              </a:spcAft>
              <a:buSzPts val="1200"/>
              <a:buFont typeface="Helvetica Neue"/>
              <a:buNone/>
              <a:defRPr b="1" sz="1600"/>
            </a:lvl5pPr>
            <a:lvl6pPr indent="-228600" lvl="5" marL="2743200" algn="l">
              <a:spcBef>
                <a:spcPts val="560"/>
              </a:spcBef>
              <a:spcAft>
                <a:spcPts val="0"/>
              </a:spcAft>
              <a:buSzPts val="1200"/>
              <a:buFont typeface="Helvetica Neue"/>
              <a:buNone/>
              <a:defRPr b="1" sz="1600"/>
            </a:lvl6pPr>
            <a:lvl7pPr indent="-228600" lvl="6" marL="3200400" algn="l">
              <a:spcBef>
                <a:spcPts val="560"/>
              </a:spcBef>
              <a:spcAft>
                <a:spcPts val="0"/>
              </a:spcAft>
              <a:buSzPts val="1200"/>
              <a:buFont typeface="Helvetica Neue"/>
              <a:buNone/>
              <a:defRPr b="1" sz="1600"/>
            </a:lvl7pPr>
            <a:lvl8pPr indent="-228600" lvl="7" marL="3657600" algn="l">
              <a:spcBef>
                <a:spcPts val="560"/>
              </a:spcBef>
              <a:spcAft>
                <a:spcPts val="0"/>
              </a:spcAft>
              <a:buSzPts val="1200"/>
              <a:buFont typeface="Helvetica Neue"/>
              <a:buNone/>
              <a:defRPr b="1" sz="1600"/>
            </a:lvl8pPr>
            <a:lvl9pPr indent="-228600" lvl="8" marL="4114800" algn="l">
              <a:spcBef>
                <a:spcPts val="560"/>
              </a:spcBef>
              <a:spcAft>
                <a:spcPts val="0"/>
              </a:spcAft>
              <a:buSzPts val="1200"/>
              <a:buFont typeface="Helvetica Neue"/>
              <a:buNone/>
              <a:defRPr b="1" sz="1600"/>
            </a:lvl9pPr>
          </a:lstStyle>
          <a:p/>
        </p:txBody>
      </p:sp>
      <p:sp>
        <p:nvSpPr>
          <p:cNvPr id="48" name="Google Shape;48;p7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96240" lvl="0" marL="457200" algn="l">
              <a:spcBef>
                <a:spcPts val="840"/>
              </a:spcBef>
              <a:spcAft>
                <a:spcPts val="0"/>
              </a:spcAft>
              <a:buSzPts val="2640"/>
              <a:buChar char="▪"/>
              <a:defRPr sz="2400"/>
            </a:lvl1pPr>
            <a:lvl2pPr indent="-368300" lvl="1" marL="914400" algn="l">
              <a:spcBef>
                <a:spcPts val="700"/>
              </a:spcBef>
              <a:spcAft>
                <a:spcPts val="0"/>
              </a:spcAft>
              <a:buSzPts val="2200"/>
              <a:buChar char="•"/>
              <a:defRPr sz="2000"/>
            </a:lvl2pPr>
            <a:lvl3pPr indent="-314325" lvl="2" marL="1371600" algn="l">
              <a:spcBef>
                <a:spcPts val="630"/>
              </a:spcBef>
              <a:spcAft>
                <a:spcPts val="0"/>
              </a:spcAft>
              <a:buSzPts val="1350"/>
              <a:buChar char="4"/>
              <a:defRPr sz="1800"/>
            </a:lvl3pPr>
            <a:lvl4pPr indent="-304800" lvl="3" marL="1828800" algn="l">
              <a:spcBef>
                <a:spcPts val="560"/>
              </a:spcBef>
              <a:spcAft>
                <a:spcPts val="0"/>
              </a:spcAft>
              <a:buSzPts val="1200"/>
              <a:buFont typeface="Helvetica Neue"/>
              <a:buChar char="–"/>
              <a:defRPr sz="1600"/>
            </a:lvl4pPr>
            <a:lvl5pPr indent="-304800" lvl="4" marL="2286000" algn="l">
              <a:spcBef>
                <a:spcPts val="560"/>
              </a:spcBef>
              <a:spcAft>
                <a:spcPts val="0"/>
              </a:spcAft>
              <a:buSzPts val="1200"/>
              <a:buFont typeface="Helvetica Neue"/>
              <a:buChar char="»"/>
              <a:defRPr sz="1600"/>
            </a:lvl5pPr>
            <a:lvl6pPr indent="-304800" lvl="5" marL="2743200" algn="l">
              <a:spcBef>
                <a:spcPts val="560"/>
              </a:spcBef>
              <a:spcAft>
                <a:spcPts val="0"/>
              </a:spcAft>
              <a:buSzPts val="1200"/>
              <a:buFont typeface="Helvetica Neue"/>
              <a:buChar char="»"/>
              <a:defRPr sz="1600"/>
            </a:lvl6pPr>
            <a:lvl7pPr indent="-304800" lvl="6" marL="3200400" algn="l">
              <a:spcBef>
                <a:spcPts val="560"/>
              </a:spcBef>
              <a:spcAft>
                <a:spcPts val="0"/>
              </a:spcAft>
              <a:buSzPts val="1200"/>
              <a:buFont typeface="Helvetica Neue"/>
              <a:buChar char="»"/>
              <a:defRPr sz="1600"/>
            </a:lvl7pPr>
            <a:lvl8pPr indent="-304800" lvl="7" marL="3657600" algn="l">
              <a:spcBef>
                <a:spcPts val="560"/>
              </a:spcBef>
              <a:spcAft>
                <a:spcPts val="0"/>
              </a:spcAft>
              <a:buSzPts val="1200"/>
              <a:buFont typeface="Helvetica Neue"/>
              <a:buChar char="»"/>
              <a:defRPr sz="1600"/>
            </a:lvl8pPr>
            <a:lvl9pPr indent="-304800" lvl="8" marL="4114800" algn="l">
              <a:spcBef>
                <a:spcPts val="560"/>
              </a:spcBef>
              <a:spcAft>
                <a:spcPts val="0"/>
              </a:spcAft>
              <a:buSzPts val="1200"/>
              <a:buFont typeface="Helvetica Neue"/>
              <a:buChar char="»"/>
              <a:defRPr sz="16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8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8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52119" lvl="0" marL="457200" algn="l">
              <a:spcBef>
                <a:spcPts val="1120"/>
              </a:spcBef>
              <a:spcAft>
                <a:spcPts val="0"/>
              </a:spcAft>
              <a:buSzPts val="3520"/>
              <a:buChar char="▪"/>
              <a:defRPr sz="3200"/>
            </a:lvl1pPr>
            <a:lvl2pPr indent="-424180" lvl="1" marL="914400" algn="l">
              <a:spcBef>
                <a:spcPts val="980"/>
              </a:spcBef>
              <a:spcAft>
                <a:spcPts val="0"/>
              </a:spcAft>
              <a:buSzPts val="3080"/>
              <a:buChar char="•"/>
              <a:defRPr sz="2800"/>
            </a:lvl2pPr>
            <a:lvl3pPr indent="-342900" lvl="2" marL="1371600" algn="l">
              <a:spcBef>
                <a:spcPts val="840"/>
              </a:spcBef>
              <a:spcAft>
                <a:spcPts val="0"/>
              </a:spcAft>
              <a:buSzPts val="1800"/>
              <a:buChar char="4"/>
              <a:defRPr sz="2400"/>
            </a:lvl3pPr>
            <a:lvl4pPr indent="-323850" lvl="3" marL="1828800" algn="l">
              <a:spcBef>
                <a:spcPts val="700"/>
              </a:spcBef>
              <a:spcAft>
                <a:spcPts val="0"/>
              </a:spcAft>
              <a:buSzPts val="1500"/>
              <a:buFont typeface="Helvetica Neue"/>
              <a:buChar char="–"/>
              <a:defRPr sz="2000"/>
            </a:lvl4pPr>
            <a:lvl5pPr indent="-323850" lvl="4" marL="2286000" algn="l">
              <a:spcBef>
                <a:spcPts val="700"/>
              </a:spcBef>
              <a:spcAft>
                <a:spcPts val="0"/>
              </a:spcAft>
              <a:buSzPts val="1500"/>
              <a:buFont typeface="Helvetica Neue"/>
              <a:buChar char="»"/>
              <a:defRPr sz="2000"/>
            </a:lvl5pPr>
            <a:lvl6pPr indent="-323850" lvl="5" marL="2743200" algn="l">
              <a:spcBef>
                <a:spcPts val="700"/>
              </a:spcBef>
              <a:spcAft>
                <a:spcPts val="0"/>
              </a:spcAft>
              <a:buSzPts val="1500"/>
              <a:buFont typeface="Helvetica Neue"/>
              <a:buChar char="»"/>
              <a:defRPr sz="2000"/>
            </a:lvl6pPr>
            <a:lvl7pPr indent="-323850" lvl="6" marL="3200400" algn="l">
              <a:spcBef>
                <a:spcPts val="700"/>
              </a:spcBef>
              <a:spcAft>
                <a:spcPts val="0"/>
              </a:spcAft>
              <a:buSzPts val="1500"/>
              <a:buFont typeface="Helvetica Neue"/>
              <a:buChar char="»"/>
              <a:defRPr sz="2000"/>
            </a:lvl7pPr>
            <a:lvl8pPr indent="-323850" lvl="7" marL="3657600" algn="l">
              <a:spcBef>
                <a:spcPts val="700"/>
              </a:spcBef>
              <a:spcAft>
                <a:spcPts val="0"/>
              </a:spcAft>
              <a:buSzPts val="1500"/>
              <a:buFont typeface="Helvetica Neue"/>
              <a:buChar char="»"/>
              <a:defRPr sz="2000"/>
            </a:lvl8pPr>
            <a:lvl9pPr indent="-323850" lvl="8" marL="4114800" algn="l">
              <a:spcBef>
                <a:spcPts val="700"/>
              </a:spcBef>
              <a:spcAft>
                <a:spcPts val="0"/>
              </a:spcAft>
              <a:buSzPts val="1500"/>
              <a:buFont typeface="Helvetica Neue"/>
              <a:buChar char="»"/>
              <a:defRPr sz="2000"/>
            </a:lvl9pPr>
          </a:lstStyle>
          <a:p/>
        </p:txBody>
      </p:sp>
      <p:sp>
        <p:nvSpPr>
          <p:cNvPr id="53" name="Google Shape;53;p8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490"/>
              </a:spcBef>
              <a:spcAft>
                <a:spcPts val="0"/>
              </a:spcAft>
              <a:buSzPts val="1540"/>
              <a:buNone/>
              <a:defRPr sz="1400"/>
            </a:lvl1pPr>
            <a:lvl2pPr indent="-228600" lvl="1" marL="914400" algn="l">
              <a:spcBef>
                <a:spcPts val="420"/>
              </a:spcBef>
              <a:spcAft>
                <a:spcPts val="0"/>
              </a:spcAft>
              <a:buSzPts val="1320"/>
              <a:buNone/>
              <a:defRPr sz="1200"/>
            </a:lvl2pPr>
            <a:lvl3pPr indent="-228600" lvl="2" marL="1371600" algn="l">
              <a:spcBef>
                <a:spcPts val="350"/>
              </a:spcBef>
              <a:spcAft>
                <a:spcPts val="0"/>
              </a:spcAft>
              <a:buSzPts val="750"/>
              <a:buNone/>
              <a:defRPr sz="1000"/>
            </a:lvl3pPr>
            <a:lvl4pPr indent="-228600" lvl="3" marL="1828800" algn="l">
              <a:spcBef>
                <a:spcPts val="315"/>
              </a:spcBef>
              <a:spcAft>
                <a:spcPts val="0"/>
              </a:spcAft>
              <a:buSzPts val="675"/>
              <a:buFont typeface="Helvetica Neue"/>
              <a:buNone/>
              <a:defRPr sz="900"/>
            </a:lvl4pPr>
            <a:lvl5pPr indent="-228600" lvl="4" marL="2286000" algn="l">
              <a:spcBef>
                <a:spcPts val="315"/>
              </a:spcBef>
              <a:spcAft>
                <a:spcPts val="0"/>
              </a:spcAft>
              <a:buSzPts val="675"/>
              <a:buFont typeface="Helvetica Neue"/>
              <a:buNone/>
              <a:defRPr sz="900"/>
            </a:lvl5pPr>
            <a:lvl6pPr indent="-228600" lvl="5" marL="2743200" algn="l">
              <a:spcBef>
                <a:spcPts val="315"/>
              </a:spcBef>
              <a:spcAft>
                <a:spcPts val="0"/>
              </a:spcAft>
              <a:buSzPts val="675"/>
              <a:buFont typeface="Helvetica Neue"/>
              <a:buNone/>
              <a:defRPr sz="900"/>
            </a:lvl6pPr>
            <a:lvl7pPr indent="-228600" lvl="6" marL="3200400" algn="l">
              <a:spcBef>
                <a:spcPts val="315"/>
              </a:spcBef>
              <a:spcAft>
                <a:spcPts val="0"/>
              </a:spcAft>
              <a:buSzPts val="675"/>
              <a:buFont typeface="Helvetica Neue"/>
              <a:buNone/>
              <a:defRPr sz="900"/>
            </a:lvl7pPr>
            <a:lvl8pPr indent="-228600" lvl="7" marL="3657600" algn="l">
              <a:spcBef>
                <a:spcPts val="315"/>
              </a:spcBef>
              <a:spcAft>
                <a:spcPts val="0"/>
              </a:spcAft>
              <a:buSzPts val="675"/>
              <a:buFont typeface="Helvetica Neue"/>
              <a:buNone/>
              <a:defRPr sz="900"/>
            </a:lvl8pPr>
            <a:lvl9pPr indent="-228600" lvl="8" marL="4114800" algn="l">
              <a:spcBef>
                <a:spcPts val="315"/>
              </a:spcBef>
              <a:spcAft>
                <a:spcPts val="0"/>
              </a:spcAft>
              <a:buSzPts val="675"/>
              <a:buFont typeface="Helvetica Neue"/>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4" name="Shape 54"/>
        <p:cNvGrpSpPr/>
        <p:nvPr/>
      </p:nvGrpSpPr>
      <p:grpSpPr>
        <a:xfrm>
          <a:off x="0" y="0"/>
          <a:ext cx="0" cy="0"/>
          <a:chOff x="0" y="0"/>
          <a:chExt cx="0" cy="0"/>
        </a:xfrm>
      </p:grpSpPr>
      <p:sp>
        <p:nvSpPr>
          <p:cNvPr id="55" name="Google Shape;55;p8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6" name="Google Shape;56;p81"/>
          <p:cNvSpPr/>
          <p:nvPr>
            <p:ph idx="2" type="pic"/>
          </p:nvPr>
        </p:nvSpPr>
        <p:spPr>
          <a:xfrm>
            <a:off x="1792288" y="612775"/>
            <a:ext cx="5486400" cy="4114800"/>
          </a:xfrm>
          <a:prstGeom prst="rect">
            <a:avLst/>
          </a:prstGeom>
          <a:noFill/>
          <a:ln>
            <a:noFill/>
          </a:ln>
        </p:spPr>
      </p:sp>
      <p:sp>
        <p:nvSpPr>
          <p:cNvPr id="57" name="Google Shape;57;p8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490"/>
              </a:spcBef>
              <a:spcAft>
                <a:spcPts val="0"/>
              </a:spcAft>
              <a:buSzPts val="1540"/>
              <a:buNone/>
              <a:defRPr sz="1400"/>
            </a:lvl1pPr>
            <a:lvl2pPr indent="-228600" lvl="1" marL="914400" algn="l">
              <a:spcBef>
                <a:spcPts val="420"/>
              </a:spcBef>
              <a:spcAft>
                <a:spcPts val="0"/>
              </a:spcAft>
              <a:buSzPts val="1320"/>
              <a:buNone/>
              <a:defRPr sz="1200"/>
            </a:lvl2pPr>
            <a:lvl3pPr indent="-228600" lvl="2" marL="1371600" algn="l">
              <a:spcBef>
                <a:spcPts val="350"/>
              </a:spcBef>
              <a:spcAft>
                <a:spcPts val="0"/>
              </a:spcAft>
              <a:buSzPts val="750"/>
              <a:buNone/>
              <a:defRPr sz="1000"/>
            </a:lvl3pPr>
            <a:lvl4pPr indent="-228600" lvl="3" marL="1828800" algn="l">
              <a:spcBef>
                <a:spcPts val="315"/>
              </a:spcBef>
              <a:spcAft>
                <a:spcPts val="0"/>
              </a:spcAft>
              <a:buSzPts val="675"/>
              <a:buFont typeface="Helvetica Neue"/>
              <a:buNone/>
              <a:defRPr sz="900"/>
            </a:lvl4pPr>
            <a:lvl5pPr indent="-228600" lvl="4" marL="2286000" algn="l">
              <a:spcBef>
                <a:spcPts val="315"/>
              </a:spcBef>
              <a:spcAft>
                <a:spcPts val="0"/>
              </a:spcAft>
              <a:buSzPts val="675"/>
              <a:buFont typeface="Helvetica Neue"/>
              <a:buNone/>
              <a:defRPr sz="900"/>
            </a:lvl5pPr>
            <a:lvl6pPr indent="-228600" lvl="5" marL="2743200" algn="l">
              <a:spcBef>
                <a:spcPts val="315"/>
              </a:spcBef>
              <a:spcAft>
                <a:spcPts val="0"/>
              </a:spcAft>
              <a:buSzPts val="675"/>
              <a:buFont typeface="Helvetica Neue"/>
              <a:buNone/>
              <a:defRPr sz="900"/>
            </a:lvl6pPr>
            <a:lvl7pPr indent="-228600" lvl="6" marL="3200400" algn="l">
              <a:spcBef>
                <a:spcPts val="315"/>
              </a:spcBef>
              <a:spcAft>
                <a:spcPts val="0"/>
              </a:spcAft>
              <a:buSzPts val="675"/>
              <a:buFont typeface="Helvetica Neue"/>
              <a:buNone/>
              <a:defRPr sz="900"/>
            </a:lvl7pPr>
            <a:lvl8pPr indent="-228600" lvl="7" marL="3657600" algn="l">
              <a:spcBef>
                <a:spcPts val="315"/>
              </a:spcBef>
              <a:spcAft>
                <a:spcPts val="0"/>
              </a:spcAft>
              <a:buSzPts val="675"/>
              <a:buFont typeface="Helvetica Neue"/>
              <a:buNone/>
              <a:defRPr sz="900"/>
            </a:lvl8pPr>
            <a:lvl9pPr indent="-228600" lvl="8" marL="4114800" algn="l">
              <a:spcBef>
                <a:spcPts val="315"/>
              </a:spcBef>
              <a:spcAft>
                <a:spcPts val="0"/>
              </a:spcAft>
              <a:buSzPts val="675"/>
              <a:buFont typeface="Helvetica Neue"/>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8" name="Shape 58"/>
        <p:cNvGrpSpPr/>
        <p:nvPr/>
      </p:nvGrpSpPr>
      <p:grpSpPr>
        <a:xfrm>
          <a:off x="0" y="0"/>
          <a:ext cx="0" cy="0"/>
          <a:chOff x="0" y="0"/>
          <a:chExt cx="0" cy="0"/>
        </a:xfrm>
      </p:grpSpPr>
      <p:sp>
        <p:nvSpPr>
          <p:cNvPr id="59" name="Google Shape;59;p82"/>
          <p:cNvSpPr txBox="1"/>
          <p:nvPr>
            <p:ph type="title"/>
          </p:nvPr>
        </p:nvSpPr>
        <p:spPr>
          <a:xfrm>
            <a:off x="457200" y="225425"/>
            <a:ext cx="8077200" cy="576263"/>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82"/>
          <p:cNvSpPr txBox="1"/>
          <p:nvPr>
            <p:ph idx="1" type="body"/>
          </p:nvPr>
        </p:nvSpPr>
        <p:spPr>
          <a:xfrm rot="5400000">
            <a:off x="2397125" y="-373062"/>
            <a:ext cx="4530725" cy="7743825"/>
          </a:xfrm>
          <a:prstGeom prst="rect">
            <a:avLst/>
          </a:prstGeom>
          <a:noFill/>
          <a:ln>
            <a:noFill/>
          </a:ln>
        </p:spPr>
        <p:txBody>
          <a:bodyPr anchorCtr="0" anchor="t" bIns="45700" lIns="91425" spcFirstLastPara="1" rIns="91425" wrap="square" tIns="45700">
            <a:noAutofit/>
          </a:bodyPr>
          <a:lstStyle>
            <a:lvl1pPr indent="-354330" lvl="0" marL="457200" algn="l">
              <a:spcBef>
                <a:spcPts val="630"/>
              </a:spcBef>
              <a:spcAft>
                <a:spcPts val="0"/>
              </a:spcAft>
              <a:buSzPts val="1980"/>
              <a:buChar char="▪"/>
              <a:defRPr/>
            </a:lvl1pPr>
            <a:lvl2pPr indent="-354330" lvl="1" marL="914400" algn="l">
              <a:spcBef>
                <a:spcPts val="630"/>
              </a:spcBef>
              <a:spcAft>
                <a:spcPts val="0"/>
              </a:spcAft>
              <a:buSzPts val="1980"/>
              <a:buChar char="•"/>
              <a:defRPr/>
            </a:lvl2pPr>
            <a:lvl3pPr indent="-314325" lvl="2" marL="1371600" algn="l">
              <a:spcBef>
                <a:spcPts val="630"/>
              </a:spcBef>
              <a:spcAft>
                <a:spcPts val="0"/>
              </a:spcAft>
              <a:buSzPts val="1350"/>
              <a:buChar char="4"/>
              <a:defRPr/>
            </a:lvl3pPr>
            <a:lvl4pPr indent="-314325" lvl="3" marL="1828800" algn="l">
              <a:spcBef>
                <a:spcPts val="630"/>
              </a:spcBef>
              <a:spcAft>
                <a:spcPts val="0"/>
              </a:spcAft>
              <a:buSzPts val="135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1" name="Shape 61"/>
        <p:cNvGrpSpPr/>
        <p:nvPr/>
      </p:nvGrpSpPr>
      <p:grpSpPr>
        <a:xfrm>
          <a:off x="0" y="0"/>
          <a:ext cx="0" cy="0"/>
          <a:chOff x="0" y="0"/>
          <a:chExt cx="0" cy="0"/>
        </a:xfrm>
      </p:grpSpPr>
      <p:sp>
        <p:nvSpPr>
          <p:cNvPr id="62" name="Google Shape;62;p83"/>
          <p:cNvSpPr txBox="1"/>
          <p:nvPr>
            <p:ph type="title"/>
          </p:nvPr>
        </p:nvSpPr>
        <p:spPr>
          <a:xfrm rot="5400000">
            <a:off x="5220494" y="1948657"/>
            <a:ext cx="5486400" cy="214471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83"/>
          <p:cNvSpPr txBox="1"/>
          <p:nvPr>
            <p:ph idx="1" type="body"/>
          </p:nvPr>
        </p:nvSpPr>
        <p:spPr>
          <a:xfrm rot="5400000">
            <a:off x="854869" y="-119856"/>
            <a:ext cx="5486400" cy="6281738"/>
          </a:xfrm>
          <a:prstGeom prst="rect">
            <a:avLst/>
          </a:prstGeom>
          <a:noFill/>
          <a:ln>
            <a:noFill/>
          </a:ln>
        </p:spPr>
        <p:txBody>
          <a:bodyPr anchorCtr="0" anchor="t" bIns="45700" lIns="91425" spcFirstLastPara="1" rIns="91425" wrap="square" tIns="45700">
            <a:noAutofit/>
          </a:bodyPr>
          <a:lstStyle>
            <a:lvl1pPr indent="-354330" lvl="0" marL="457200" algn="l">
              <a:spcBef>
                <a:spcPts val="630"/>
              </a:spcBef>
              <a:spcAft>
                <a:spcPts val="0"/>
              </a:spcAft>
              <a:buSzPts val="1980"/>
              <a:buChar char="▪"/>
              <a:defRPr/>
            </a:lvl1pPr>
            <a:lvl2pPr indent="-354330" lvl="1" marL="914400" algn="l">
              <a:spcBef>
                <a:spcPts val="630"/>
              </a:spcBef>
              <a:spcAft>
                <a:spcPts val="0"/>
              </a:spcAft>
              <a:buSzPts val="1980"/>
              <a:buChar char="•"/>
              <a:defRPr/>
            </a:lvl2pPr>
            <a:lvl3pPr indent="-314325" lvl="2" marL="1371600" algn="l">
              <a:spcBef>
                <a:spcPts val="630"/>
              </a:spcBef>
              <a:spcAft>
                <a:spcPts val="0"/>
              </a:spcAft>
              <a:buSzPts val="1350"/>
              <a:buChar char="4"/>
              <a:defRPr/>
            </a:lvl3pPr>
            <a:lvl4pPr indent="-314325" lvl="3" marL="1828800" algn="l">
              <a:spcBef>
                <a:spcPts val="630"/>
              </a:spcBef>
              <a:spcAft>
                <a:spcPts val="0"/>
              </a:spcAft>
              <a:buSzPts val="135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9.jpg"/><Relationship Id="rId2" Type="http://schemas.openxmlformats.org/officeDocument/2006/relationships/image" Target="../media/image8.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dino_3" id="10" name="Google Shape;10;p72"/>
          <p:cNvPicPr preferRelativeResize="0"/>
          <p:nvPr/>
        </p:nvPicPr>
        <p:blipFill rotWithShape="1">
          <a:blip r:embed="rId1">
            <a:alphaModFix/>
          </a:blip>
          <a:srcRect b="0" l="0" r="0" t="0"/>
          <a:stretch/>
        </p:blipFill>
        <p:spPr>
          <a:xfrm>
            <a:off x="285750" y="0"/>
            <a:ext cx="1195388" cy="908050"/>
          </a:xfrm>
          <a:prstGeom prst="rect">
            <a:avLst/>
          </a:prstGeom>
          <a:noFill/>
          <a:ln>
            <a:noFill/>
          </a:ln>
        </p:spPr>
      </p:pic>
      <p:sp>
        <p:nvSpPr>
          <p:cNvPr id="11" name="Google Shape;11;p72"/>
          <p:cNvSpPr txBox="1"/>
          <p:nvPr>
            <p:ph type="title"/>
          </p:nvPr>
        </p:nvSpPr>
        <p:spPr>
          <a:xfrm>
            <a:off x="457200" y="225425"/>
            <a:ext cx="8077200" cy="576263"/>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1pPr>
            <a:lvl2pPr lvl="1"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2pPr>
            <a:lvl3pPr lvl="2"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3pPr>
            <a:lvl4pPr lvl="3"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4pPr>
            <a:lvl5pPr lvl="4"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5pPr>
            <a:lvl6pPr lvl="5"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6pPr>
            <a:lvl7pPr lvl="6"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7pPr>
            <a:lvl8pPr lvl="7"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8pPr>
            <a:lvl9pPr lvl="8"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9pPr>
          </a:lstStyle>
          <a:p/>
        </p:txBody>
      </p:sp>
      <p:sp>
        <p:nvSpPr>
          <p:cNvPr id="12" name="Google Shape;12;p72"/>
          <p:cNvSpPr txBox="1"/>
          <p:nvPr>
            <p:ph idx="1" type="body"/>
          </p:nvPr>
        </p:nvSpPr>
        <p:spPr>
          <a:xfrm>
            <a:off x="790575" y="1233488"/>
            <a:ext cx="7743825" cy="4530725"/>
          </a:xfrm>
          <a:prstGeom prst="rect">
            <a:avLst/>
          </a:prstGeom>
          <a:noFill/>
          <a:ln>
            <a:noFill/>
          </a:ln>
        </p:spPr>
        <p:txBody>
          <a:bodyPr anchorCtr="0" anchor="t" bIns="45700" lIns="91425" spcFirstLastPara="1" rIns="91425" wrap="square" tIns="45700">
            <a:noAutofit/>
          </a:bodyPr>
          <a:lstStyle>
            <a:lvl1pPr indent="-354330" lvl="0" marL="457200" marR="0" rtl="0" algn="l">
              <a:spcBef>
                <a:spcPts val="630"/>
              </a:spcBef>
              <a:spcAft>
                <a:spcPts val="0"/>
              </a:spcAft>
              <a:buClr>
                <a:srgbClr val="993300"/>
              </a:buClr>
              <a:buSzPts val="1980"/>
              <a:buFont typeface="Noto Sans Symbols"/>
              <a:buChar char="▪"/>
              <a:defRPr b="0" i="0" sz="1800" u="none" cap="none" strike="noStrike">
                <a:solidFill>
                  <a:schemeClr val="dk1"/>
                </a:solidFill>
                <a:latin typeface="Helvetica Neue"/>
                <a:ea typeface="Helvetica Neue"/>
                <a:cs typeface="Helvetica Neue"/>
                <a:sym typeface="Helvetica Neue"/>
              </a:defRPr>
            </a:lvl1pPr>
            <a:lvl2pPr indent="-354330" lvl="1" marL="914400" marR="0" rtl="0" algn="l">
              <a:spcBef>
                <a:spcPts val="630"/>
              </a:spcBef>
              <a:spcAft>
                <a:spcPts val="0"/>
              </a:spcAft>
              <a:buClr>
                <a:srgbClr val="CC6600"/>
              </a:buClr>
              <a:buSzPts val="1980"/>
              <a:buFont typeface="Arial"/>
              <a:buChar char="•"/>
              <a:defRPr b="0" i="0" sz="1800" u="none" cap="none" strike="noStrike">
                <a:solidFill>
                  <a:schemeClr val="dk1"/>
                </a:solidFill>
                <a:latin typeface="Helvetica Neue"/>
                <a:ea typeface="Helvetica Neue"/>
                <a:cs typeface="Helvetica Neue"/>
                <a:sym typeface="Helvetica Neue"/>
              </a:defRPr>
            </a:lvl2pPr>
            <a:lvl3pPr indent="-314325" lvl="2" marL="1371600" marR="0" rtl="0" algn="l">
              <a:spcBef>
                <a:spcPts val="630"/>
              </a:spcBef>
              <a:spcAft>
                <a:spcPts val="0"/>
              </a:spcAft>
              <a:buClr>
                <a:srgbClr val="009900"/>
              </a:buClr>
              <a:buSzPts val="1350"/>
              <a:buFont typeface="Arimo"/>
              <a:buChar char="4"/>
              <a:defRPr b="0" i="0" sz="1800" u="none" cap="none" strike="noStrike">
                <a:solidFill>
                  <a:schemeClr val="dk1"/>
                </a:solidFill>
                <a:latin typeface="Helvetica Neue"/>
                <a:ea typeface="Helvetica Neue"/>
                <a:cs typeface="Helvetica Neue"/>
                <a:sym typeface="Helvetica Neue"/>
              </a:defRPr>
            </a:lvl3pPr>
            <a:lvl4pPr indent="-314325" lvl="3" marL="1828800" marR="0" rtl="0" algn="l">
              <a:spcBef>
                <a:spcPts val="630"/>
              </a:spcBef>
              <a:spcAft>
                <a:spcPts val="0"/>
              </a:spcAft>
              <a:buClr>
                <a:schemeClr val="hlink"/>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4pPr>
            <a:lvl5pPr indent="-314325" lvl="4" marL="22860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5pPr>
            <a:lvl6pPr indent="-314325" lvl="5" marL="27432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13" name="Google Shape;13;p72"/>
          <p:cNvSpPr/>
          <p:nvPr/>
        </p:nvSpPr>
        <p:spPr>
          <a:xfrm>
            <a:off x="0" y="0"/>
            <a:ext cx="228600" cy="2286000"/>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4" name="Google Shape;14;p72"/>
          <p:cNvCxnSpPr/>
          <p:nvPr/>
        </p:nvCxnSpPr>
        <p:spPr>
          <a:xfrm>
            <a:off x="457200" y="860425"/>
            <a:ext cx="8077200" cy="0"/>
          </a:xfrm>
          <a:prstGeom prst="straightConnector1">
            <a:avLst/>
          </a:prstGeom>
          <a:noFill/>
          <a:ln cap="flat" cmpd="sng" w="19050">
            <a:solidFill>
              <a:srgbClr val="336699"/>
            </a:solidFill>
            <a:prstDash val="solid"/>
            <a:round/>
            <a:headEnd len="med" w="med" type="none"/>
            <a:tailEnd len="med" w="med" type="none"/>
          </a:ln>
        </p:spPr>
      </p:cxnSp>
      <p:sp>
        <p:nvSpPr>
          <p:cNvPr id="15" name="Google Shape;15;p72"/>
          <p:cNvSpPr/>
          <p:nvPr/>
        </p:nvSpPr>
        <p:spPr>
          <a:xfrm>
            <a:off x="0" y="2286000"/>
            <a:ext cx="228600" cy="2286000"/>
          </a:xfrm>
          <a:prstGeom prst="rect">
            <a:avLst/>
          </a:prstGeom>
          <a:solidFill>
            <a:srgbClr val="99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 name="Google Shape;16;p72"/>
          <p:cNvSpPr/>
          <p:nvPr/>
        </p:nvSpPr>
        <p:spPr>
          <a:xfrm>
            <a:off x="0" y="4572000"/>
            <a:ext cx="228600" cy="2286000"/>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7" name="Google Shape;17;p72"/>
          <p:cNvSpPr txBox="1"/>
          <p:nvPr/>
        </p:nvSpPr>
        <p:spPr>
          <a:xfrm>
            <a:off x="4256088" y="6613525"/>
            <a:ext cx="447675" cy="2460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006699"/>
                </a:solidFill>
                <a:latin typeface="Helvetica Neue"/>
                <a:ea typeface="Helvetica Neue"/>
                <a:cs typeface="Helvetica Neue"/>
                <a:sym typeface="Helvetica Neue"/>
              </a:rPr>
              <a:t>3.</a:t>
            </a:r>
            <a:fld id="{00000000-1234-1234-1234-123412341234}" type="slidenum">
              <a:rPr b="1" i="0" lang="en-US" sz="1000" u="none" cap="none" strike="noStrike">
                <a:solidFill>
                  <a:srgbClr val="006699"/>
                </a:solidFill>
                <a:latin typeface="Helvetica Neue"/>
                <a:ea typeface="Helvetica Neue"/>
                <a:cs typeface="Helvetica Neue"/>
                <a:sym typeface="Helvetica Neue"/>
              </a:rPr>
              <a:t>‹#›</a:t>
            </a:fld>
            <a:endParaRPr b="1" i="0" sz="1000" u="none" cap="none" strike="noStrike">
              <a:solidFill>
                <a:srgbClr val="006699"/>
              </a:solidFill>
              <a:latin typeface="Helvetica Neue"/>
              <a:ea typeface="Helvetica Neue"/>
              <a:cs typeface="Helvetica Neue"/>
              <a:sym typeface="Helvetica Neue"/>
            </a:endParaRPr>
          </a:p>
        </p:txBody>
      </p:sp>
      <p:sp>
        <p:nvSpPr>
          <p:cNvPr id="18" name="Google Shape;18;p72"/>
          <p:cNvSpPr txBox="1"/>
          <p:nvPr/>
        </p:nvSpPr>
        <p:spPr>
          <a:xfrm>
            <a:off x="6430963" y="6613525"/>
            <a:ext cx="2713037" cy="2444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006699"/>
                </a:solidFill>
                <a:latin typeface="Helvetica Neue"/>
                <a:ea typeface="Helvetica Neue"/>
                <a:cs typeface="Helvetica Neue"/>
                <a:sym typeface="Helvetica Neue"/>
              </a:rPr>
              <a:t>Silberschatz, Galvin and Gagne ©2018</a:t>
            </a:r>
            <a:endParaRPr/>
          </a:p>
        </p:txBody>
      </p:sp>
      <p:sp>
        <p:nvSpPr>
          <p:cNvPr id="19" name="Google Shape;19;p72"/>
          <p:cNvSpPr txBox="1"/>
          <p:nvPr/>
        </p:nvSpPr>
        <p:spPr>
          <a:xfrm>
            <a:off x="185738" y="6594475"/>
            <a:ext cx="2730500" cy="2460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006699"/>
                </a:solidFill>
                <a:latin typeface="Helvetica Neue"/>
                <a:ea typeface="Helvetica Neue"/>
                <a:cs typeface="Helvetica Neue"/>
                <a:sym typeface="Helvetica Neue"/>
              </a:rPr>
              <a:t>Operating System Concepts – 10</a:t>
            </a:r>
            <a:r>
              <a:rPr b="1" baseline="30000" i="0" lang="en-US" sz="1000" u="none" cap="none" strike="noStrike">
                <a:solidFill>
                  <a:srgbClr val="006699"/>
                </a:solidFill>
                <a:latin typeface="Helvetica Neue"/>
                <a:ea typeface="Helvetica Neue"/>
                <a:cs typeface="Helvetica Neue"/>
                <a:sym typeface="Helvetica Neue"/>
              </a:rPr>
              <a:t>th</a:t>
            </a:r>
            <a:r>
              <a:rPr b="1" i="0" lang="en-US" sz="1000" u="none" cap="none" strike="noStrike">
                <a:solidFill>
                  <a:srgbClr val="006699"/>
                </a:solidFill>
                <a:latin typeface="Helvetica Neue"/>
                <a:ea typeface="Helvetica Neue"/>
                <a:cs typeface="Helvetica Neue"/>
                <a:sym typeface="Helvetica Neue"/>
              </a:rPr>
              <a:t> Edition</a:t>
            </a:r>
            <a:endParaRPr/>
          </a:p>
        </p:txBody>
      </p:sp>
      <p:pic>
        <p:nvPicPr>
          <p:cNvPr descr="dino_6" id="20" name="Google Shape;20;p72"/>
          <p:cNvPicPr preferRelativeResize="0"/>
          <p:nvPr/>
        </p:nvPicPr>
        <p:blipFill rotWithShape="1">
          <a:blip r:embed="rId2">
            <a:alphaModFix/>
          </a:blip>
          <a:srcRect b="0" l="0" r="0" t="0"/>
          <a:stretch/>
        </p:blipFill>
        <p:spPr>
          <a:xfrm>
            <a:off x="7773988" y="5849938"/>
            <a:ext cx="1284287" cy="79216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8.png"/><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0.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2.png"/><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
          <p:cNvSpPr txBox="1"/>
          <p:nvPr>
            <p:ph type="ctrTitle"/>
          </p:nvPr>
        </p:nvSpPr>
        <p:spPr>
          <a:xfrm>
            <a:off x="371475" y="1831975"/>
            <a:ext cx="8458200" cy="1143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Chapter 3:  Processes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2"/>
          <p:cNvSpPr txBox="1"/>
          <p:nvPr>
            <p:ph type="title"/>
          </p:nvPr>
        </p:nvSpPr>
        <p:spPr>
          <a:xfrm>
            <a:off x="1644650" y="228600"/>
            <a:ext cx="6380163"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Outline</a:t>
            </a:r>
            <a:endParaRPr/>
          </a:p>
        </p:txBody>
      </p:sp>
      <p:sp>
        <p:nvSpPr>
          <p:cNvPr id="75" name="Google Shape;75;p2"/>
          <p:cNvSpPr txBox="1"/>
          <p:nvPr>
            <p:ph idx="1" type="body"/>
          </p:nvPr>
        </p:nvSpPr>
        <p:spPr>
          <a:xfrm>
            <a:off x="801688" y="1149350"/>
            <a:ext cx="7791450" cy="38227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Process Concept</a:t>
            </a:r>
            <a:endParaRPr/>
          </a:p>
          <a:p>
            <a:pPr indent="-342900" lvl="0" marL="342900" rtl="0" algn="l">
              <a:spcBef>
                <a:spcPts val="630"/>
              </a:spcBef>
              <a:spcAft>
                <a:spcPts val="0"/>
              </a:spcAft>
              <a:buSzPts val="1980"/>
              <a:buChar char="▪"/>
            </a:pPr>
            <a:r>
              <a:rPr lang="en-US"/>
              <a:t>Process Scheduling</a:t>
            </a:r>
            <a:endParaRPr/>
          </a:p>
          <a:p>
            <a:pPr indent="-342900" lvl="0" marL="342900" rtl="0" algn="l">
              <a:spcBef>
                <a:spcPts val="630"/>
              </a:spcBef>
              <a:spcAft>
                <a:spcPts val="0"/>
              </a:spcAft>
              <a:buSzPts val="1980"/>
              <a:buChar char="▪"/>
            </a:pPr>
            <a:r>
              <a:rPr lang="en-US"/>
              <a:t>Operations on Processes</a:t>
            </a:r>
            <a:endParaRPr/>
          </a:p>
          <a:p>
            <a:pPr indent="-342900" lvl="0" marL="342900" rtl="0" algn="l">
              <a:spcBef>
                <a:spcPts val="630"/>
              </a:spcBef>
              <a:spcAft>
                <a:spcPts val="0"/>
              </a:spcAft>
              <a:buSzPts val="1980"/>
              <a:buChar char="▪"/>
            </a:pPr>
            <a:r>
              <a:rPr lang="en-US"/>
              <a:t>Interprocess Communication</a:t>
            </a:r>
            <a:endParaRPr/>
          </a:p>
          <a:p>
            <a:pPr indent="-342900" lvl="0" marL="342900" rtl="0" algn="l">
              <a:spcBef>
                <a:spcPts val="630"/>
              </a:spcBef>
              <a:spcAft>
                <a:spcPts val="0"/>
              </a:spcAft>
              <a:buSzPts val="1980"/>
              <a:buChar char="▪"/>
            </a:pPr>
            <a:r>
              <a:rPr lang="en-US"/>
              <a:t>IPC in Shared-Memory Systems</a:t>
            </a:r>
            <a:endParaRPr/>
          </a:p>
          <a:p>
            <a:pPr indent="-342900" lvl="0" marL="342900" rtl="0" algn="l">
              <a:spcBef>
                <a:spcPts val="630"/>
              </a:spcBef>
              <a:spcAft>
                <a:spcPts val="0"/>
              </a:spcAft>
              <a:buSzPts val="1980"/>
              <a:buChar char="▪"/>
            </a:pPr>
            <a:r>
              <a:rPr lang="en-US"/>
              <a:t>3.7.1 and 3.7.4 are included.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4"/>
          <p:cNvSpPr txBox="1"/>
          <p:nvPr>
            <p:ph type="title"/>
          </p:nvPr>
        </p:nvSpPr>
        <p:spPr>
          <a:xfrm>
            <a:off x="1576388" y="222250"/>
            <a:ext cx="6107112"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Process Concept</a:t>
            </a:r>
            <a:endParaRPr/>
          </a:p>
        </p:txBody>
      </p:sp>
      <p:sp>
        <p:nvSpPr>
          <p:cNvPr id="81" name="Google Shape;81;p4"/>
          <p:cNvSpPr txBox="1"/>
          <p:nvPr>
            <p:ph idx="1" type="body"/>
          </p:nvPr>
        </p:nvSpPr>
        <p:spPr>
          <a:xfrm>
            <a:off x="793750" y="1206500"/>
            <a:ext cx="7624536" cy="4758871"/>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980"/>
              <a:buChar char="▪"/>
            </a:pPr>
            <a:r>
              <a:rPr lang="en-US"/>
              <a:t>An operating system executes a variety of programs that run as a process.</a:t>
            </a:r>
            <a:endParaRPr/>
          </a:p>
          <a:p>
            <a:pPr indent="-342900" lvl="0" marL="342900" rtl="0" algn="l">
              <a:lnSpc>
                <a:spcPct val="90000"/>
              </a:lnSpc>
              <a:spcBef>
                <a:spcPts val="630"/>
              </a:spcBef>
              <a:spcAft>
                <a:spcPts val="0"/>
              </a:spcAft>
              <a:buSzPts val="1980"/>
              <a:buChar char="▪"/>
            </a:pPr>
            <a:r>
              <a:rPr b="1" lang="en-US">
                <a:solidFill>
                  <a:srgbClr val="006699"/>
                </a:solidFill>
                <a:latin typeface="Arial"/>
                <a:ea typeface="Arial"/>
                <a:cs typeface="Arial"/>
                <a:sym typeface="Arial"/>
              </a:rPr>
              <a:t>Process</a:t>
            </a:r>
            <a:r>
              <a:rPr lang="en-US"/>
              <a:t> – a program in execution; process execution must progress in sequential fashion. No parallel execution of instructions of a  single process</a:t>
            </a:r>
            <a:endParaRPr/>
          </a:p>
          <a:p>
            <a:pPr indent="-342900" lvl="0" marL="342900" rtl="0" algn="l">
              <a:spcBef>
                <a:spcPts val="630"/>
              </a:spcBef>
              <a:spcAft>
                <a:spcPts val="0"/>
              </a:spcAft>
              <a:buSzPts val="1980"/>
              <a:buChar char="▪"/>
            </a:pPr>
            <a:r>
              <a:rPr lang="en-US"/>
              <a:t>Multiple parts</a:t>
            </a:r>
            <a:endParaRPr/>
          </a:p>
          <a:p>
            <a:pPr indent="-285750" lvl="1" marL="742950" rtl="0" algn="l">
              <a:spcBef>
                <a:spcPts val="630"/>
              </a:spcBef>
              <a:spcAft>
                <a:spcPts val="0"/>
              </a:spcAft>
              <a:buSzPts val="1980"/>
              <a:buChar char="•"/>
            </a:pPr>
            <a:r>
              <a:rPr lang="en-US"/>
              <a:t>The program code, also called </a:t>
            </a:r>
            <a:r>
              <a:rPr b="1" lang="en-US">
                <a:solidFill>
                  <a:srgbClr val="006699"/>
                </a:solidFill>
                <a:latin typeface="Arial"/>
                <a:ea typeface="Arial"/>
                <a:cs typeface="Arial"/>
                <a:sym typeface="Arial"/>
              </a:rPr>
              <a:t>text</a:t>
            </a:r>
            <a:r>
              <a:rPr b="1" lang="en-US">
                <a:solidFill>
                  <a:srgbClr val="3366FF"/>
                </a:solidFill>
              </a:rPr>
              <a:t> </a:t>
            </a:r>
            <a:r>
              <a:rPr b="1" lang="en-US">
                <a:solidFill>
                  <a:srgbClr val="006699"/>
                </a:solidFill>
                <a:latin typeface="Arial"/>
                <a:ea typeface="Arial"/>
                <a:cs typeface="Arial"/>
                <a:sym typeface="Arial"/>
              </a:rPr>
              <a:t>section</a:t>
            </a:r>
            <a:endParaRPr/>
          </a:p>
          <a:p>
            <a:pPr indent="-285750" lvl="1" marL="742950" rtl="0" algn="l">
              <a:spcBef>
                <a:spcPts val="630"/>
              </a:spcBef>
              <a:spcAft>
                <a:spcPts val="0"/>
              </a:spcAft>
              <a:buSzPts val="1980"/>
              <a:buChar char="•"/>
            </a:pPr>
            <a:r>
              <a:rPr lang="en-US"/>
              <a:t>Current activity including</a:t>
            </a:r>
            <a:r>
              <a:rPr b="1" lang="en-US">
                <a:solidFill>
                  <a:srgbClr val="3366FF"/>
                </a:solidFill>
              </a:rPr>
              <a:t> </a:t>
            </a:r>
            <a:r>
              <a:rPr b="1" lang="en-US">
                <a:solidFill>
                  <a:srgbClr val="006699"/>
                </a:solidFill>
                <a:latin typeface="Arial"/>
                <a:ea typeface="Arial"/>
                <a:cs typeface="Arial"/>
                <a:sym typeface="Arial"/>
              </a:rPr>
              <a:t>program</a:t>
            </a:r>
            <a:r>
              <a:rPr b="1" lang="en-US"/>
              <a:t> </a:t>
            </a:r>
            <a:r>
              <a:rPr b="1" lang="en-US">
                <a:solidFill>
                  <a:srgbClr val="006699"/>
                </a:solidFill>
                <a:latin typeface="Arial"/>
                <a:ea typeface="Arial"/>
                <a:cs typeface="Arial"/>
                <a:sym typeface="Arial"/>
              </a:rPr>
              <a:t>counter</a:t>
            </a:r>
            <a:r>
              <a:rPr lang="en-US"/>
              <a:t>, processor registers</a:t>
            </a:r>
            <a:endParaRPr/>
          </a:p>
          <a:p>
            <a:pPr indent="-285750" lvl="1" marL="742950" rtl="0" algn="l">
              <a:spcBef>
                <a:spcPts val="630"/>
              </a:spcBef>
              <a:spcAft>
                <a:spcPts val="0"/>
              </a:spcAft>
              <a:buSzPts val="1980"/>
              <a:buChar char="•"/>
            </a:pPr>
            <a:r>
              <a:rPr b="1" lang="en-US">
                <a:solidFill>
                  <a:srgbClr val="006699"/>
                </a:solidFill>
                <a:latin typeface="Arial"/>
                <a:ea typeface="Arial"/>
                <a:cs typeface="Arial"/>
                <a:sym typeface="Arial"/>
              </a:rPr>
              <a:t>Stack</a:t>
            </a:r>
            <a:r>
              <a:rPr b="1" lang="en-US"/>
              <a:t> </a:t>
            </a:r>
            <a:r>
              <a:rPr lang="en-US"/>
              <a:t>containing temporary data</a:t>
            </a:r>
            <a:endParaRPr/>
          </a:p>
          <a:p>
            <a:pPr indent="-228600" lvl="2" marL="1085850" rtl="0" algn="l">
              <a:spcBef>
                <a:spcPts val="630"/>
              </a:spcBef>
              <a:spcAft>
                <a:spcPts val="0"/>
              </a:spcAft>
              <a:buSzPts val="1350"/>
              <a:buChar char="4"/>
            </a:pPr>
            <a:r>
              <a:rPr lang="en-US"/>
              <a:t>Function parameters, return addresses, local variables</a:t>
            </a:r>
            <a:endParaRPr/>
          </a:p>
          <a:p>
            <a:pPr indent="-285750" lvl="1" marL="742950" rtl="0" algn="l">
              <a:spcBef>
                <a:spcPts val="630"/>
              </a:spcBef>
              <a:spcAft>
                <a:spcPts val="0"/>
              </a:spcAft>
              <a:buSzPts val="1980"/>
              <a:buChar char="•"/>
            </a:pPr>
            <a:r>
              <a:rPr b="1" lang="en-US">
                <a:solidFill>
                  <a:srgbClr val="006699"/>
                </a:solidFill>
                <a:latin typeface="Arial"/>
                <a:ea typeface="Arial"/>
                <a:cs typeface="Arial"/>
                <a:sym typeface="Arial"/>
              </a:rPr>
              <a:t>Data</a:t>
            </a:r>
            <a:r>
              <a:rPr b="1" lang="en-US">
                <a:solidFill>
                  <a:srgbClr val="3366FF"/>
                </a:solidFill>
              </a:rPr>
              <a:t> </a:t>
            </a:r>
            <a:r>
              <a:rPr b="1" lang="en-US">
                <a:solidFill>
                  <a:srgbClr val="006699"/>
                </a:solidFill>
                <a:latin typeface="Arial"/>
                <a:ea typeface="Arial"/>
                <a:cs typeface="Arial"/>
                <a:sym typeface="Arial"/>
              </a:rPr>
              <a:t>section</a:t>
            </a:r>
            <a:r>
              <a:rPr b="1" lang="en-US"/>
              <a:t> </a:t>
            </a:r>
            <a:r>
              <a:rPr lang="en-US"/>
              <a:t>containing global variables</a:t>
            </a:r>
            <a:endParaRPr/>
          </a:p>
          <a:p>
            <a:pPr indent="-285750" lvl="1" marL="742950" rtl="0" algn="l">
              <a:spcBef>
                <a:spcPts val="630"/>
              </a:spcBef>
              <a:spcAft>
                <a:spcPts val="0"/>
              </a:spcAft>
              <a:buSzPts val="1980"/>
              <a:buChar char="•"/>
            </a:pPr>
            <a:r>
              <a:rPr b="1" lang="en-US">
                <a:solidFill>
                  <a:srgbClr val="006699"/>
                </a:solidFill>
                <a:latin typeface="Arial"/>
                <a:ea typeface="Arial"/>
                <a:cs typeface="Arial"/>
                <a:sym typeface="Arial"/>
              </a:rPr>
              <a:t>Heap</a:t>
            </a:r>
            <a:r>
              <a:rPr b="1" lang="en-US"/>
              <a:t> </a:t>
            </a:r>
            <a:r>
              <a:rPr lang="en-US"/>
              <a:t>containing memory dynamically allocated during run time</a:t>
            </a:r>
            <a:endParaRPr/>
          </a:p>
          <a:p>
            <a:pPr indent="-342900" lvl="0" marL="342900" rtl="0" algn="l">
              <a:lnSpc>
                <a:spcPct val="90000"/>
              </a:lnSpc>
              <a:spcBef>
                <a:spcPts val="630"/>
              </a:spcBef>
              <a:spcAft>
                <a:spcPts val="0"/>
              </a:spcAft>
              <a:buSzPts val="1980"/>
              <a:buFont typeface="Arial"/>
              <a:buNone/>
            </a:pPr>
            <a:r>
              <a:t/>
            </a:r>
            <a:endParaRPr/>
          </a:p>
          <a:p>
            <a:pPr indent="-342900" lvl="0" marL="342900" rtl="0" algn="l">
              <a:lnSpc>
                <a:spcPct val="90000"/>
              </a:lnSpc>
              <a:spcBef>
                <a:spcPts val="630"/>
              </a:spcBef>
              <a:spcAft>
                <a:spcPts val="0"/>
              </a:spcAft>
              <a:buSzPts val="1980"/>
              <a:buFont typeface="Arial"/>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5"/>
          <p:cNvSpPr txBox="1"/>
          <p:nvPr>
            <p:ph type="title"/>
          </p:nvPr>
        </p:nvSpPr>
        <p:spPr>
          <a:xfrm>
            <a:off x="1576388" y="230188"/>
            <a:ext cx="6107112"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Process Concept (Cont.)</a:t>
            </a:r>
            <a:endParaRPr/>
          </a:p>
        </p:txBody>
      </p:sp>
      <p:sp>
        <p:nvSpPr>
          <p:cNvPr id="87" name="Google Shape;87;p5"/>
          <p:cNvSpPr txBox="1"/>
          <p:nvPr>
            <p:ph idx="1" type="body"/>
          </p:nvPr>
        </p:nvSpPr>
        <p:spPr>
          <a:xfrm>
            <a:off x="793750" y="1203325"/>
            <a:ext cx="6949621" cy="459513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Program is </a:t>
            </a:r>
            <a:r>
              <a:rPr b="1" lang="en-US"/>
              <a:t>passive</a:t>
            </a:r>
            <a:r>
              <a:rPr lang="en-US"/>
              <a:t> entity stored on disk (</a:t>
            </a:r>
            <a:r>
              <a:rPr b="1" lang="en-US">
                <a:solidFill>
                  <a:srgbClr val="006699"/>
                </a:solidFill>
                <a:latin typeface="Arial"/>
                <a:ea typeface="Arial"/>
                <a:cs typeface="Arial"/>
                <a:sym typeface="Arial"/>
              </a:rPr>
              <a:t>executable</a:t>
            </a:r>
            <a:r>
              <a:rPr b="1" lang="en-US">
                <a:solidFill>
                  <a:srgbClr val="3366FF"/>
                </a:solidFill>
              </a:rPr>
              <a:t> </a:t>
            </a:r>
            <a:r>
              <a:rPr b="1" lang="en-US">
                <a:solidFill>
                  <a:srgbClr val="006699"/>
                </a:solidFill>
                <a:latin typeface="Arial"/>
                <a:ea typeface="Arial"/>
                <a:cs typeface="Arial"/>
                <a:sym typeface="Arial"/>
              </a:rPr>
              <a:t>file</a:t>
            </a:r>
            <a:r>
              <a:rPr lang="en-US"/>
              <a:t>); process is </a:t>
            </a:r>
            <a:r>
              <a:rPr b="1" lang="en-US"/>
              <a:t>active</a:t>
            </a:r>
            <a:r>
              <a:rPr b="1" i="1" lang="en-US"/>
              <a:t> </a:t>
            </a:r>
            <a:endParaRPr/>
          </a:p>
          <a:p>
            <a:pPr indent="-285750" lvl="1" marL="742950" rtl="0" algn="l">
              <a:spcBef>
                <a:spcPts val="630"/>
              </a:spcBef>
              <a:spcAft>
                <a:spcPts val="0"/>
              </a:spcAft>
              <a:buSzPts val="1980"/>
              <a:buChar char="•"/>
            </a:pPr>
            <a:r>
              <a:rPr lang="en-US"/>
              <a:t>Program becomes process when an executable file is loaded into memory</a:t>
            </a:r>
            <a:endParaRPr/>
          </a:p>
          <a:p>
            <a:pPr indent="-342900" lvl="0" marL="342900" rtl="0" algn="l">
              <a:spcBef>
                <a:spcPts val="630"/>
              </a:spcBef>
              <a:spcAft>
                <a:spcPts val="0"/>
              </a:spcAft>
              <a:buSzPts val="1980"/>
              <a:buChar char="▪"/>
            </a:pPr>
            <a:r>
              <a:rPr lang="en-US"/>
              <a:t>Execution of program started via GUI mouse clicks, command line entry of its name, etc.</a:t>
            </a:r>
            <a:endParaRPr/>
          </a:p>
          <a:p>
            <a:pPr indent="-342900" lvl="0" marL="342900" rtl="0" algn="l">
              <a:spcBef>
                <a:spcPts val="630"/>
              </a:spcBef>
              <a:spcAft>
                <a:spcPts val="0"/>
              </a:spcAft>
              <a:buSzPts val="1980"/>
              <a:buChar char="▪"/>
            </a:pPr>
            <a:r>
              <a:rPr lang="en-US"/>
              <a:t>One program can be several processes</a:t>
            </a:r>
            <a:endParaRPr/>
          </a:p>
          <a:p>
            <a:pPr indent="-285750" lvl="1" marL="742950" rtl="0" algn="l">
              <a:spcBef>
                <a:spcPts val="630"/>
              </a:spcBef>
              <a:spcAft>
                <a:spcPts val="0"/>
              </a:spcAft>
              <a:buSzPts val="1980"/>
              <a:buChar char="•"/>
            </a:pPr>
            <a:r>
              <a:rPr lang="en-US"/>
              <a:t>Consider multiple users executing the same program</a:t>
            </a:r>
            <a:endParaRPr/>
          </a:p>
          <a:p>
            <a:pPr indent="-217170" lvl="0" marL="342900" rtl="0" algn="l">
              <a:lnSpc>
                <a:spcPct val="90000"/>
              </a:lnSpc>
              <a:spcBef>
                <a:spcPts val="630"/>
              </a:spcBef>
              <a:spcAft>
                <a:spcPts val="0"/>
              </a:spcAft>
              <a:buSzPts val="1980"/>
              <a:buNone/>
            </a:pPr>
            <a:r>
              <a:t/>
            </a:r>
            <a:endParaRPr/>
          </a:p>
          <a:p>
            <a:pPr indent="-342900" lvl="0" marL="342900" rtl="0" algn="l">
              <a:lnSpc>
                <a:spcPct val="90000"/>
              </a:lnSpc>
              <a:spcBef>
                <a:spcPts val="630"/>
              </a:spcBef>
              <a:spcAft>
                <a:spcPts val="0"/>
              </a:spcAft>
              <a:buSzPts val="1980"/>
              <a:buFont typeface="Arial"/>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6"/>
          <p:cNvSpPr txBox="1"/>
          <p:nvPr>
            <p:ph type="title"/>
          </p:nvPr>
        </p:nvSpPr>
        <p:spPr>
          <a:xfrm>
            <a:off x="457200" y="222250"/>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Process in Memory</a:t>
            </a:r>
            <a:endParaRPr/>
          </a:p>
        </p:txBody>
      </p:sp>
      <p:pic>
        <p:nvPicPr>
          <p:cNvPr id="93" name="Google Shape;93;p6"/>
          <p:cNvPicPr preferRelativeResize="0"/>
          <p:nvPr/>
        </p:nvPicPr>
        <p:blipFill rotWithShape="1">
          <a:blip r:embed="rId3">
            <a:alphaModFix/>
          </a:blip>
          <a:srcRect b="0" l="0" r="0" t="0"/>
          <a:stretch/>
        </p:blipFill>
        <p:spPr>
          <a:xfrm>
            <a:off x="3257550" y="1595438"/>
            <a:ext cx="2655888" cy="424973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7"/>
          <p:cNvSpPr txBox="1"/>
          <p:nvPr>
            <p:ph type="title"/>
          </p:nvPr>
        </p:nvSpPr>
        <p:spPr>
          <a:xfrm>
            <a:off x="1074057" y="196397"/>
            <a:ext cx="80772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Memory Layout of a C Program</a:t>
            </a:r>
            <a:endParaRPr/>
          </a:p>
        </p:txBody>
      </p:sp>
      <p:pic>
        <p:nvPicPr>
          <p:cNvPr id="99" name="Google Shape;99;p7"/>
          <p:cNvPicPr preferRelativeResize="0"/>
          <p:nvPr/>
        </p:nvPicPr>
        <p:blipFill rotWithShape="1">
          <a:blip r:embed="rId3">
            <a:alphaModFix/>
          </a:blip>
          <a:srcRect b="0" l="0" r="0" t="0"/>
          <a:stretch/>
        </p:blipFill>
        <p:spPr>
          <a:xfrm>
            <a:off x="952500" y="1701800"/>
            <a:ext cx="7227888" cy="343376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8"/>
          <p:cNvSpPr txBox="1"/>
          <p:nvPr>
            <p:ph type="title"/>
          </p:nvPr>
        </p:nvSpPr>
        <p:spPr>
          <a:xfrm>
            <a:off x="1360488" y="228600"/>
            <a:ext cx="6251575"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Process State</a:t>
            </a:r>
            <a:endParaRPr/>
          </a:p>
        </p:txBody>
      </p:sp>
      <p:sp>
        <p:nvSpPr>
          <p:cNvPr id="105" name="Google Shape;105;p8"/>
          <p:cNvSpPr txBox="1"/>
          <p:nvPr>
            <p:ph idx="1" type="body"/>
          </p:nvPr>
        </p:nvSpPr>
        <p:spPr>
          <a:xfrm>
            <a:off x="806450" y="1246188"/>
            <a:ext cx="7370763" cy="32543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As a process executes, it changes </a:t>
            </a:r>
            <a:r>
              <a:rPr b="1" lang="en-US">
                <a:solidFill>
                  <a:srgbClr val="006699"/>
                </a:solidFill>
                <a:latin typeface="Arial"/>
                <a:ea typeface="Arial"/>
                <a:cs typeface="Arial"/>
                <a:sym typeface="Arial"/>
              </a:rPr>
              <a:t>state</a:t>
            </a:r>
            <a:endParaRPr/>
          </a:p>
          <a:p>
            <a:pPr indent="-285750" lvl="1" marL="742950" rtl="0" algn="l">
              <a:spcBef>
                <a:spcPts val="630"/>
              </a:spcBef>
              <a:spcAft>
                <a:spcPts val="0"/>
              </a:spcAft>
              <a:buSzPts val="1980"/>
              <a:buChar char="•"/>
            </a:pPr>
            <a:r>
              <a:rPr b="1" lang="en-US"/>
              <a:t>New</a:t>
            </a:r>
            <a:r>
              <a:rPr lang="en-US"/>
              <a:t>:  The process is being created</a:t>
            </a:r>
            <a:endParaRPr/>
          </a:p>
          <a:p>
            <a:pPr indent="-285750" lvl="1" marL="742950" rtl="0" algn="l">
              <a:spcBef>
                <a:spcPts val="630"/>
              </a:spcBef>
              <a:spcAft>
                <a:spcPts val="0"/>
              </a:spcAft>
              <a:buSzPts val="1980"/>
              <a:buChar char="•"/>
            </a:pPr>
            <a:r>
              <a:rPr b="1" lang="en-US"/>
              <a:t>Running</a:t>
            </a:r>
            <a:r>
              <a:rPr lang="en-US"/>
              <a:t>:  Instructions are being executed</a:t>
            </a:r>
            <a:endParaRPr/>
          </a:p>
          <a:p>
            <a:pPr indent="-285750" lvl="1" marL="742950" rtl="0" algn="l">
              <a:spcBef>
                <a:spcPts val="630"/>
              </a:spcBef>
              <a:spcAft>
                <a:spcPts val="0"/>
              </a:spcAft>
              <a:buSzPts val="1980"/>
              <a:buChar char="•"/>
            </a:pPr>
            <a:r>
              <a:rPr b="1" lang="en-US"/>
              <a:t>Waiting</a:t>
            </a:r>
            <a:r>
              <a:rPr lang="en-US"/>
              <a:t>:  The process is waiting for some event to occur</a:t>
            </a:r>
            <a:endParaRPr/>
          </a:p>
          <a:p>
            <a:pPr indent="-285750" lvl="1" marL="742950" rtl="0" algn="l">
              <a:spcBef>
                <a:spcPts val="630"/>
              </a:spcBef>
              <a:spcAft>
                <a:spcPts val="0"/>
              </a:spcAft>
              <a:buSzPts val="1980"/>
              <a:buChar char="•"/>
            </a:pPr>
            <a:r>
              <a:rPr b="1" lang="en-US"/>
              <a:t>Ready</a:t>
            </a:r>
            <a:r>
              <a:rPr lang="en-US"/>
              <a:t>:  The process is waiting to be assigned to a processor</a:t>
            </a:r>
            <a:endParaRPr/>
          </a:p>
          <a:p>
            <a:pPr indent="-285750" lvl="1" marL="742950" rtl="0" algn="l">
              <a:spcBef>
                <a:spcPts val="630"/>
              </a:spcBef>
              <a:spcAft>
                <a:spcPts val="0"/>
              </a:spcAft>
              <a:buSzPts val="1980"/>
              <a:buChar char="•"/>
            </a:pPr>
            <a:r>
              <a:rPr b="1" lang="en-US"/>
              <a:t>Terminated</a:t>
            </a:r>
            <a:r>
              <a:rPr lang="en-US"/>
              <a:t>:  The process has finished execution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9"/>
          <p:cNvSpPr txBox="1"/>
          <p:nvPr>
            <p:ph type="title"/>
          </p:nvPr>
        </p:nvSpPr>
        <p:spPr>
          <a:xfrm>
            <a:off x="739775" y="228600"/>
            <a:ext cx="7947025"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Diagram of Process State</a:t>
            </a:r>
            <a:endParaRPr/>
          </a:p>
        </p:txBody>
      </p:sp>
      <p:pic>
        <p:nvPicPr>
          <p:cNvPr id="111" name="Google Shape;111;p9"/>
          <p:cNvPicPr preferRelativeResize="0"/>
          <p:nvPr/>
        </p:nvPicPr>
        <p:blipFill rotWithShape="1">
          <a:blip r:embed="rId3">
            <a:alphaModFix/>
          </a:blip>
          <a:srcRect b="0" l="0" r="0" t="0"/>
          <a:stretch/>
        </p:blipFill>
        <p:spPr>
          <a:xfrm>
            <a:off x="2093913" y="2238375"/>
            <a:ext cx="5591175" cy="217963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0"/>
          <p:cNvSpPr txBox="1"/>
          <p:nvPr>
            <p:ph type="title"/>
          </p:nvPr>
        </p:nvSpPr>
        <p:spPr>
          <a:xfrm>
            <a:off x="1166813" y="193903"/>
            <a:ext cx="7519987"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Process Control Block (PCB)</a:t>
            </a:r>
            <a:endParaRPr/>
          </a:p>
        </p:txBody>
      </p:sp>
      <p:sp>
        <p:nvSpPr>
          <p:cNvPr id="117" name="Google Shape;117;p10"/>
          <p:cNvSpPr txBox="1"/>
          <p:nvPr>
            <p:ph idx="1" type="body"/>
          </p:nvPr>
        </p:nvSpPr>
        <p:spPr>
          <a:xfrm>
            <a:off x="849991" y="1823222"/>
            <a:ext cx="5616122" cy="441792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70"/>
              <a:buChar char="▪"/>
            </a:pPr>
            <a:r>
              <a:rPr lang="en-US" sz="1700"/>
              <a:t>Process state – running, waiting, etc.</a:t>
            </a:r>
            <a:endParaRPr/>
          </a:p>
          <a:p>
            <a:pPr indent="-342900" lvl="0" marL="342900" rtl="0" algn="l">
              <a:spcBef>
                <a:spcPts val="595"/>
              </a:spcBef>
              <a:spcAft>
                <a:spcPts val="0"/>
              </a:spcAft>
              <a:buSzPts val="1870"/>
              <a:buChar char="▪"/>
            </a:pPr>
            <a:r>
              <a:rPr lang="en-US" sz="1700"/>
              <a:t>Program counter – location of instruction to next execute</a:t>
            </a:r>
            <a:endParaRPr/>
          </a:p>
          <a:p>
            <a:pPr indent="-342900" lvl="0" marL="342900" rtl="0" algn="l">
              <a:spcBef>
                <a:spcPts val="595"/>
              </a:spcBef>
              <a:spcAft>
                <a:spcPts val="0"/>
              </a:spcAft>
              <a:buSzPts val="1870"/>
              <a:buChar char="▪"/>
            </a:pPr>
            <a:r>
              <a:rPr lang="en-US" sz="1700"/>
              <a:t>CPU registers – contents of all process-centric registers</a:t>
            </a:r>
            <a:endParaRPr/>
          </a:p>
          <a:p>
            <a:pPr indent="-342900" lvl="0" marL="342900" rtl="0" algn="l">
              <a:spcBef>
                <a:spcPts val="595"/>
              </a:spcBef>
              <a:spcAft>
                <a:spcPts val="0"/>
              </a:spcAft>
              <a:buSzPts val="1870"/>
              <a:buChar char="▪"/>
            </a:pPr>
            <a:r>
              <a:rPr lang="en-US" sz="1700"/>
              <a:t>CPU scheduling information- priorities, scheduling queue pointers</a:t>
            </a:r>
            <a:endParaRPr/>
          </a:p>
          <a:p>
            <a:pPr indent="-342900" lvl="0" marL="342900" rtl="0" algn="l">
              <a:spcBef>
                <a:spcPts val="595"/>
              </a:spcBef>
              <a:spcAft>
                <a:spcPts val="0"/>
              </a:spcAft>
              <a:buSzPts val="1870"/>
              <a:buChar char="▪"/>
            </a:pPr>
            <a:r>
              <a:rPr lang="en-US" sz="1700"/>
              <a:t>Memory-management information – memory allocated to the process</a:t>
            </a:r>
            <a:endParaRPr/>
          </a:p>
          <a:p>
            <a:pPr indent="-342900" lvl="0" marL="342900" rtl="0" algn="l">
              <a:spcBef>
                <a:spcPts val="595"/>
              </a:spcBef>
              <a:spcAft>
                <a:spcPts val="0"/>
              </a:spcAft>
              <a:buSzPts val="1870"/>
              <a:buChar char="▪"/>
            </a:pPr>
            <a:r>
              <a:rPr lang="en-US" sz="1700"/>
              <a:t>Accounting information – CPU used, clock time elapsed since start, time limits</a:t>
            </a:r>
            <a:endParaRPr/>
          </a:p>
          <a:p>
            <a:pPr indent="-342900" lvl="0" marL="342900" rtl="0" algn="l">
              <a:spcBef>
                <a:spcPts val="595"/>
              </a:spcBef>
              <a:spcAft>
                <a:spcPts val="0"/>
              </a:spcAft>
              <a:buSzPts val="1870"/>
              <a:buChar char="▪"/>
            </a:pPr>
            <a:r>
              <a:rPr lang="en-US" sz="1700"/>
              <a:t>I/O status information – I/O devices allocated to process, list of open files</a:t>
            </a:r>
            <a:endParaRPr/>
          </a:p>
          <a:p>
            <a:pPr indent="-217170" lvl="0" marL="342900" rtl="0" algn="l">
              <a:spcBef>
                <a:spcPts val="630"/>
              </a:spcBef>
              <a:spcAft>
                <a:spcPts val="0"/>
              </a:spcAft>
              <a:buSzPts val="1980"/>
              <a:buNone/>
            </a:pPr>
            <a:r>
              <a:t/>
            </a:r>
            <a:endParaRPr/>
          </a:p>
        </p:txBody>
      </p:sp>
      <p:pic>
        <p:nvPicPr>
          <p:cNvPr id="118" name="Google Shape;118;p10"/>
          <p:cNvPicPr preferRelativeResize="0"/>
          <p:nvPr/>
        </p:nvPicPr>
        <p:blipFill rotWithShape="1">
          <a:blip r:embed="rId3">
            <a:alphaModFix/>
          </a:blip>
          <a:srcRect b="0" l="0" r="0" t="0"/>
          <a:stretch/>
        </p:blipFill>
        <p:spPr>
          <a:xfrm>
            <a:off x="6623729" y="2121125"/>
            <a:ext cx="1854200" cy="3013075"/>
          </a:xfrm>
          <a:prstGeom prst="rect">
            <a:avLst/>
          </a:prstGeom>
          <a:noFill/>
          <a:ln>
            <a:noFill/>
          </a:ln>
        </p:spPr>
      </p:pic>
      <p:sp>
        <p:nvSpPr>
          <p:cNvPr id="119" name="Google Shape;119;p10"/>
          <p:cNvSpPr txBox="1"/>
          <p:nvPr/>
        </p:nvSpPr>
        <p:spPr>
          <a:xfrm>
            <a:off x="769490" y="1110345"/>
            <a:ext cx="6874095"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700" u="none" cap="none" strike="noStrike">
                <a:solidFill>
                  <a:schemeClr val="dk1"/>
                </a:solidFill>
                <a:latin typeface="Verdana"/>
                <a:ea typeface="Verdana"/>
                <a:cs typeface="Verdana"/>
                <a:sym typeface="Verdana"/>
              </a:rPr>
              <a:t>Information associated with each process(also called </a:t>
            </a:r>
            <a:r>
              <a:rPr b="1" i="0" lang="en-US" sz="1800" u="none" cap="none" strike="noStrike">
                <a:solidFill>
                  <a:srgbClr val="006699"/>
                </a:solidFill>
                <a:latin typeface="Arial"/>
                <a:ea typeface="Arial"/>
                <a:cs typeface="Arial"/>
                <a:sym typeface="Arial"/>
              </a:rPr>
              <a:t>task</a:t>
            </a:r>
            <a:r>
              <a:rPr b="1" i="0" lang="en-US" sz="1700" u="none" cap="none" strike="noStrike">
                <a:solidFill>
                  <a:srgbClr val="3366FF"/>
                </a:solidFill>
                <a:latin typeface="Verdana"/>
                <a:ea typeface="Verdana"/>
                <a:cs typeface="Verdana"/>
                <a:sym typeface="Verdana"/>
              </a:rPr>
              <a:t> </a:t>
            </a:r>
            <a:r>
              <a:rPr b="1" i="0" lang="en-US" sz="1800" u="none" cap="none" strike="noStrike">
                <a:solidFill>
                  <a:srgbClr val="006699"/>
                </a:solidFill>
                <a:latin typeface="Arial"/>
                <a:ea typeface="Arial"/>
                <a:cs typeface="Arial"/>
                <a:sym typeface="Arial"/>
              </a:rPr>
              <a:t>control</a:t>
            </a:r>
            <a:r>
              <a:rPr b="1" i="0" lang="en-US" sz="1700" u="none" cap="none" strike="noStrike">
                <a:solidFill>
                  <a:srgbClr val="3366FF"/>
                </a:solidFill>
                <a:latin typeface="Verdana"/>
                <a:ea typeface="Verdana"/>
                <a:cs typeface="Verdana"/>
                <a:sym typeface="Verdana"/>
              </a:rPr>
              <a:t> </a:t>
            </a:r>
            <a:r>
              <a:rPr b="1" i="0" lang="en-US" sz="1800" u="none" cap="none" strike="noStrike">
                <a:solidFill>
                  <a:srgbClr val="006699"/>
                </a:solidFill>
                <a:latin typeface="Arial"/>
                <a:ea typeface="Arial"/>
                <a:cs typeface="Arial"/>
                <a:sym typeface="Arial"/>
              </a:rPr>
              <a:t>block</a:t>
            </a:r>
            <a:r>
              <a:rPr b="0" i="0" lang="en-US" sz="1700" u="none" cap="none" strike="noStrike">
                <a:solidFill>
                  <a:schemeClr val="dk1"/>
                </a:solidFill>
                <a:latin typeface="Verdana"/>
                <a:ea typeface="Verdana"/>
                <a:cs typeface="Verdana"/>
                <a:sym typeface="Verdana"/>
              </a:rPr>
              <a:t>)</a:t>
            </a:r>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Verdana"/>
                <a:ea typeface="Verdana"/>
                <a:cs typeface="Verdana"/>
                <a:sym typeface="Verdana"/>
              </a:rPr>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2"/>
          <p:cNvSpPr txBox="1"/>
          <p:nvPr>
            <p:ph type="title"/>
          </p:nvPr>
        </p:nvSpPr>
        <p:spPr>
          <a:xfrm>
            <a:off x="960438" y="228600"/>
            <a:ext cx="8005762"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Process Representation in Linux</a:t>
            </a:r>
            <a:endParaRPr/>
          </a:p>
        </p:txBody>
      </p:sp>
      <p:sp>
        <p:nvSpPr>
          <p:cNvPr id="125" name="Google Shape;125;p12"/>
          <p:cNvSpPr txBox="1"/>
          <p:nvPr>
            <p:ph idx="1" type="body"/>
          </p:nvPr>
        </p:nvSpPr>
        <p:spPr>
          <a:xfrm>
            <a:off x="790575" y="1233488"/>
            <a:ext cx="7743825"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Font typeface="Arial"/>
              <a:buNone/>
            </a:pPr>
            <a:r>
              <a:rPr lang="en-US"/>
              <a:t>Represented by the C structure </a:t>
            </a:r>
            <a:r>
              <a:rPr lang="en-US">
                <a:latin typeface="Courier New"/>
                <a:ea typeface="Courier New"/>
                <a:cs typeface="Courier New"/>
                <a:sym typeface="Courier New"/>
              </a:rPr>
              <a:t>task_struct</a:t>
            </a:r>
            <a:endParaRPr/>
          </a:p>
          <a:p>
            <a:pPr indent="-342900" lvl="0" marL="342900" rtl="0" algn="l">
              <a:spcBef>
                <a:spcPts val="630"/>
              </a:spcBef>
              <a:spcAft>
                <a:spcPts val="0"/>
              </a:spcAft>
              <a:buSzPts val="1980"/>
              <a:buFont typeface="Arial"/>
              <a:buNone/>
            </a:pPr>
            <a:br>
              <a:rPr lang="en-US">
                <a:latin typeface="Courier New"/>
                <a:ea typeface="Courier New"/>
                <a:cs typeface="Courier New"/>
                <a:sym typeface="Courier New"/>
              </a:rPr>
            </a:br>
            <a:r>
              <a:rPr lang="en-US" sz="1600">
                <a:latin typeface="Courier New"/>
                <a:ea typeface="Courier New"/>
                <a:cs typeface="Courier New"/>
                <a:sym typeface="Courier New"/>
              </a:rPr>
              <a:t>pid t_pid; 			/* process identifier */ </a:t>
            </a:r>
            <a:br>
              <a:rPr lang="en-US" sz="1600">
                <a:latin typeface="Courier New"/>
                <a:ea typeface="Courier New"/>
                <a:cs typeface="Courier New"/>
                <a:sym typeface="Courier New"/>
              </a:rPr>
            </a:br>
            <a:r>
              <a:rPr lang="en-US" sz="1600">
                <a:latin typeface="Courier New"/>
                <a:ea typeface="Courier New"/>
                <a:cs typeface="Courier New"/>
                <a:sym typeface="Courier New"/>
              </a:rPr>
              <a:t>long state; 			/* state of the process */ </a:t>
            </a:r>
            <a:br>
              <a:rPr lang="en-US" sz="1600">
                <a:latin typeface="Courier New"/>
                <a:ea typeface="Courier New"/>
                <a:cs typeface="Courier New"/>
                <a:sym typeface="Courier New"/>
              </a:rPr>
            </a:br>
            <a:r>
              <a:rPr lang="en-US" sz="1600">
                <a:latin typeface="Courier New"/>
                <a:ea typeface="Courier New"/>
                <a:cs typeface="Courier New"/>
                <a:sym typeface="Courier New"/>
              </a:rPr>
              <a:t>unsigned int time_slice 	/* scheduling information */ </a:t>
            </a:r>
            <a:br>
              <a:rPr lang="en-US" sz="1600">
                <a:latin typeface="Courier New"/>
                <a:ea typeface="Courier New"/>
                <a:cs typeface="Courier New"/>
                <a:sym typeface="Courier New"/>
              </a:rPr>
            </a:br>
            <a:r>
              <a:rPr lang="en-US" sz="1600">
                <a:latin typeface="Courier New"/>
                <a:ea typeface="Courier New"/>
                <a:cs typeface="Courier New"/>
                <a:sym typeface="Courier New"/>
              </a:rPr>
              <a:t>struct task_struct *parent;/* this process’s parent */ </a:t>
            </a:r>
            <a:br>
              <a:rPr lang="en-US" sz="1600">
                <a:latin typeface="Courier New"/>
                <a:ea typeface="Courier New"/>
                <a:cs typeface="Courier New"/>
                <a:sym typeface="Courier New"/>
              </a:rPr>
            </a:br>
            <a:r>
              <a:rPr lang="en-US" sz="1600">
                <a:latin typeface="Courier New"/>
                <a:ea typeface="Courier New"/>
                <a:cs typeface="Courier New"/>
                <a:sym typeface="Courier New"/>
              </a:rPr>
              <a:t>struct list_head children; /* this process’s children */ </a:t>
            </a:r>
            <a:br>
              <a:rPr lang="en-US" sz="1600">
                <a:latin typeface="Courier New"/>
                <a:ea typeface="Courier New"/>
                <a:cs typeface="Courier New"/>
                <a:sym typeface="Courier New"/>
              </a:rPr>
            </a:br>
            <a:r>
              <a:rPr lang="en-US" sz="1600">
                <a:latin typeface="Courier New"/>
                <a:ea typeface="Courier New"/>
                <a:cs typeface="Courier New"/>
                <a:sym typeface="Courier New"/>
              </a:rPr>
              <a:t>struct files_struct *files;/* list of open files */ </a:t>
            </a:r>
            <a:br>
              <a:rPr lang="en-US" sz="1600">
                <a:latin typeface="Courier New"/>
                <a:ea typeface="Courier New"/>
                <a:cs typeface="Courier New"/>
                <a:sym typeface="Courier New"/>
              </a:rPr>
            </a:br>
            <a:r>
              <a:rPr lang="en-US" sz="1600">
                <a:latin typeface="Courier New"/>
                <a:ea typeface="Courier New"/>
                <a:cs typeface="Courier New"/>
                <a:sym typeface="Courier New"/>
              </a:rPr>
              <a:t>struct mm_struct *mm; 	/* address space of this process */</a:t>
            </a:r>
            <a:endParaRPr sz="1600">
              <a:latin typeface="Courier New"/>
              <a:ea typeface="Courier New"/>
              <a:cs typeface="Courier New"/>
              <a:sym typeface="Courier New"/>
            </a:endParaRPr>
          </a:p>
        </p:txBody>
      </p:sp>
      <p:pic>
        <p:nvPicPr>
          <p:cNvPr id="126" name="Google Shape;126;p12"/>
          <p:cNvPicPr preferRelativeResize="0"/>
          <p:nvPr/>
        </p:nvPicPr>
        <p:blipFill rotWithShape="1">
          <a:blip r:embed="rId3">
            <a:alphaModFix/>
          </a:blip>
          <a:srcRect b="0" l="0" r="0" t="0"/>
          <a:stretch/>
        </p:blipFill>
        <p:spPr>
          <a:xfrm>
            <a:off x="2473325" y="4075113"/>
            <a:ext cx="4578350" cy="157638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3"/>
          <p:cNvSpPr txBox="1"/>
          <p:nvPr>
            <p:ph type="title"/>
          </p:nvPr>
        </p:nvSpPr>
        <p:spPr>
          <a:xfrm>
            <a:off x="1079500" y="172132"/>
            <a:ext cx="76454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Process Scheduling</a:t>
            </a:r>
            <a:endParaRPr/>
          </a:p>
        </p:txBody>
      </p:sp>
      <p:sp>
        <p:nvSpPr>
          <p:cNvPr id="132" name="Google Shape;132;p13"/>
          <p:cNvSpPr txBox="1"/>
          <p:nvPr>
            <p:ph idx="1" type="body"/>
          </p:nvPr>
        </p:nvSpPr>
        <p:spPr>
          <a:xfrm>
            <a:off x="820738" y="1119417"/>
            <a:ext cx="6456362" cy="383944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b="1" lang="en-US">
                <a:solidFill>
                  <a:srgbClr val="006699"/>
                </a:solidFill>
                <a:latin typeface="Arial"/>
                <a:ea typeface="Arial"/>
                <a:cs typeface="Arial"/>
                <a:sym typeface="Arial"/>
              </a:rPr>
              <a:t>Process</a:t>
            </a:r>
            <a:r>
              <a:rPr b="1" lang="en-US">
                <a:solidFill>
                  <a:srgbClr val="3366FF"/>
                </a:solidFill>
              </a:rPr>
              <a:t> </a:t>
            </a:r>
            <a:r>
              <a:rPr b="1" lang="en-US">
                <a:solidFill>
                  <a:srgbClr val="006699"/>
                </a:solidFill>
                <a:latin typeface="Arial"/>
                <a:ea typeface="Arial"/>
                <a:cs typeface="Arial"/>
                <a:sym typeface="Arial"/>
              </a:rPr>
              <a:t>scheduler</a:t>
            </a:r>
            <a:r>
              <a:rPr b="1" lang="en-US">
                <a:solidFill>
                  <a:srgbClr val="3366FF"/>
                </a:solidFill>
              </a:rPr>
              <a:t> </a:t>
            </a:r>
            <a:r>
              <a:rPr lang="en-US"/>
              <a:t>selects among available processes for next execution on CPU core</a:t>
            </a:r>
            <a:endParaRPr/>
          </a:p>
          <a:p>
            <a:pPr indent="-342900" lvl="0" marL="342900" rtl="0" algn="l">
              <a:spcBef>
                <a:spcPts val="630"/>
              </a:spcBef>
              <a:spcAft>
                <a:spcPts val="0"/>
              </a:spcAft>
              <a:buSzPts val="1980"/>
              <a:buChar char="▪"/>
            </a:pPr>
            <a:r>
              <a:rPr lang="en-US"/>
              <a:t>Goal -- Maximize CPU use, quickly switch processes onto CPU core</a:t>
            </a:r>
            <a:endParaRPr/>
          </a:p>
          <a:p>
            <a:pPr indent="-342900" lvl="0" marL="342900" rtl="0" algn="l">
              <a:spcBef>
                <a:spcPts val="630"/>
              </a:spcBef>
              <a:spcAft>
                <a:spcPts val="0"/>
              </a:spcAft>
              <a:buSzPts val="1980"/>
              <a:buChar char="▪"/>
            </a:pPr>
            <a:r>
              <a:rPr lang="en-US"/>
              <a:t>Maintains </a:t>
            </a:r>
            <a:r>
              <a:rPr b="1" lang="en-US">
                <a:solidFill>
                  <a:srgbClr val="006699"/>
                </a:solidFill>
                <a:latin typeface="Arial"/>
                <a:ea typeface="Arial"/>
                <a:cs typeface="Arial"/>
                <a:sym typeface="Arial"/>
              </a:rPr>
              <a:t>scheduling</a:t>
            </a:r>
            <a:r>
              <a:rPr b="1" lang="en-US">
                <a:solidFill>
                  <a:srgbClr val="3366FF"/>
                </a:solidFill>
              </a:rPr>
              <a:t> </a:t>
            </a:r>
            <a:r>
              <a:rPr b="1" lang="en-US">
                <a:solidFill>
                  <a:srgbClr val="006699"/>
                </a:solidFill>
                <a:latin typeface="Arial"/>
                <a:ea typeface="Arial"/>
                <a:cs typeface="Arial"/>
                <a:sym typeface="Arial"/>
              </a:rPr>
              <a:t>queues</a:t>
            </a:r>
            <a:r>
              <a:rPr b="1" lang="en-US">
                <a:solidFill>
                  <a:srgbClr val="3366FF"/>
                </a:solidFill>
              </a:rPr>
              <a:t> </a:t>
            </a:r>
            <a:r>
              <a:rPr lang="en-US"/>
              <a:t>of processes</a:t>
            </a:r>
            <a:endParaRPr/>
          </a:p>
          <a:p>
            <a:pPr indent="-285750" lvl="1" marL="742950" rtl="0" algn="l">
              <a:spcBef>
                <a:spcPts val="630"/>
              </a:spcBef>
              <a:spcAft>
                <a:spcPts val="0"/>
              </a:spcAft>
              <a:buSzPts val="1980"/>
              <a:buChar char="•"/>
            </a:pPr>
            <a:r>
              <a:rPr b="1" lang="en-US">
                <a:solidFill>
                  <a:srgbClr val="006699"/>
                </a:solidFill>
                <a:latin typeface="Arial"/>
                <a:ea typeface="Arial"/>
                <a:cs typeface="Arial"/>
                <a:sym typeface="Arial"/>
              </a:rPr>
              <a:t>Ready</a:t>
            </a:r>
            <a:r>
              <a:rPr b="1" lang="en-US">
                <a:solidFill>
                  <a:srgbClr val="3366FF"/>
                </a:solidFill>
              </a:rPr>
              <a:t> </a:t>
            </a:r>
            <a:r>
              <a:rPr b="1" lang="en-US">
                <a:solidFill>
                  <a:srgbClr val="006699"/>
                </a:solidFill>
                <a:latin typeface="Arial"/>
                <a:ea typeface="Arial"/>
                <a:cs typeface="Arial"/>
                <a:sym typeface="Arial"/>
              </a:rPr>
              <a:t>queue</a:t>
            </a:r>
            <a:r>
              <a:rPr b="1" lang="en-US">
                <a:solidFill>
                  <a:srgbClr val="3366FF"/>
                </a:solidFill>
              </a:rPr>
              <a:t> </a:t>
            </a:r>
            <a:r>
              <a:rPr lang="en-US"/>
              <a:t>– set of all processes residing in main memory, ready and waiting to execute</a:t>
            </a:r>
            <a:endParaRPr/>
          </a:p>
          <a:p>
            <a:pPr indent="-285750" lvl="1" marL="742950" rtl="0" algn="l">
              <a:spcBef>
                <a:spcPts val="630"/>
              </a:spcBef>
              <a:spcAft>
                <a:spcPts val="0"/>
              </a:spcAft>
              <a:buSzPts val="1980"/>
              <a:buChar char="•"/>
            </a:pPr>
            <a:r>
              <a:rPr b="1" lang="en-US">
                <a:solidFill>
                  <a:srgbClr val="006699"/>
                </a:solidFill>
                <a:latin typeface="Arial"/>
                <a:ea typeface="Arial"/>
                <a:cs typeface="Arial"/>
                <a:sym typeface="Arial"/>
              </a:rPr>
              <a:t>Wait</a:t>
            </a:r>
            <a:r>
              <a:rPr b="1" lang="en-US">
                <a:solidFill>
                  <a:srgbClr val="3366FF"/>
                </a:solidFill>
              </a:rPr>
              <a:t> </a:t>
            </a:r>
            <a:r>
              <a:rPr b="1" lang="en-US">
                <a:solidFill>
                  <a:srgbClr val="006699"/>
                </a:solidFill>
                <a:latin typeface="Arial"/>
                <a:ea typeface="Arial"/>
                <a:cs typeface="Arial"/>
                <a:sym typeface="Arial"/>
              </a:rPr>
              <a:t>queues</a:t>
            </a:r>
            <a:r>
              <a:rPr b="1" lang="en-US">
                <a:solidFill>
                  <a:srgbClr val="3366FF"/>
                </a:solidFill>
              </a:rPr>
              <a:t> </a:t>
            </a:r>
            <a:r>
              <a:rPr lang="en-US"/>
              <a:t>– set of processes waiting for an event (i.e., I/O)</a:t>
            </a:r>
            <a:endParaRPr/>
          </a:p>
          <a:p>
            <a:pPr indent="-285750" lvl="1" marL="742950" rtl="0" algn="l">
              <a:spcBef>
                <a:spcPts val="630"/>
              </a:spcBef>
              <a:spcAft>
                <a:spcPts val="0"/>
              </a:spcAft>
              <a:buSzPts val="1980"/>
              <a:buChar char="•"/>
            </a:pPr>
            <a:r>
              <a:rPr lang="en-US"/>
              <a:t>Processes migrate among the various queues</a:t>
            </a:r>
            <a:endParaRPr/>
          </a:p>
          <a:p>
            <a:pPr indent="0" lvl="0" marL="0" rtl="0" algn="l">
              <a:spcBef>
                <a:spcPts val="630"/>
              </a:spcBef>
              <a:spcAft>
                <a:spcPts val="0"/>
              </a:spcAft>
              <a:buSzPts val="198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4"/>
          <p:cNvSpPr txBox="1"/>
          <p:nvPr>
            <p:ph type="title"/>
          </p:nvPr>
        </p:nvSpPr>
        <p:spPr>
          <a:xfrm>
            <a:off x="974725" y="349250"/>
            <a:ext cx="7591425"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Ready and Wait Queues</a:t>
            </a:r>
            <a:endParaRPr/>
          </a:p>
        </p:txBody>
      </p:sp>
      <p:pic>
        <p:nvPicPr>
          <p:cNvPr id="138" name="Google Shape;138;p14"/>
          <p:cNvPicPr preferRelativeResize="0"/>
          <p:nvPr/>
        </p:nvPicPr>
        <p:blipFill rotWithShape="1">
          <a:blip r:embed="rId3">
            <a:alphaModFix/>
          </a:blip>
          <a:srcRect b="0" l="0" r="0" t="0"/>
          <a:stretch/>
        </p:blipFill>
        <p:spPr>
          <a:xfrm>
            <a:off x="2314575" y="1863725"/>
            <a:ext cx="4897438" cy="291306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5"/>
          <p:cNvSpPr txBox="1"/>
          <p:nvPr>
            <p:ph type="title"/>
          </p:nvPr>
        </p:nvSpPr>
        <p:spPr>
          <a:xfrm>
            <a:off x="887413" y="22701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Representation of Process Scheduling</a:t>
            </a:r>
            <a:endParaRPr/>
          </a:p>
        </p:txBody>
      </p:sp>
      <p:pic>
        <p:nvPicPr>
          <p:cNvPr id="144" name="Google Shape;144;p15"/>
          <p:cNvPicPr preferRelativeResize="0"/>
          <p:nvPr/>
        </p:nvPicPr>
        <p:blipFill rotWithShape="1">
          <a:blip r:embed="rId3">
            <a:alphaModFix/>
          </a:blip>
          <a:srcRect b="0" l="0" r="0" t="0"/>
          <a:stretch/>
        </p:blipFill>
        <p:spPr>
          <a:xfrm>
            <a:off x="2151063" y="1897063"/>
            <a:ext cx="5229225" cy="301783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6"/>
          <p:cNvSpPr txBox="1"/>
          <p:nvPr>
            <p:ph type="title"/>
          </p:nvPr>
        </p:nvSpPr>
        <p:spPr>
          <a:xfrm>
            <a:off x="842963" y="228600"/>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CPU Switch From Process to Process</a:t>
            </a:r>
            <a:endParaRPr/>
          </a:p>
        </p:txBody>
      </p:sp>
      <p:sp>
        <p:nvSpPr>
          <p:cNvPr id="150" name="Google Shape;150;p16"/>
          <p:cNvSpPr txBox="1"/>
          <p:nvPr/>
        </p:nvSpPr>
        <p:spPr>
          <a:xfrm>
            <a:off x="1278542" y="979488"/>
            <a:ext cx="6853953" cy="6461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Noto Sans Symbols"/>
              <a:buNone/>
            </a:pPr>
            <a:r>
              <a:rPr lang="en-US" sz="1800">
                <a:solidFill>
                  <a:schemeClr val="dk1"/>
                </a:solidFill>
                <a:latin typeface="Verdana"/>
                <a:ea typeface="Verdana"/>
                <a:cs typeface="Verdana"/>
                <a:sym typeface="Verdana"/>
              </a:rPr>
              <a:t>A </a:t>
            </a:r>
            <a:r>
              <a:rPr b="1" lang="en-US" sz="1800">
                <a:solidFill>
                  <a:schemeClr val="dk1"/>
                </a:solidFill>
                <a:latin typeface="Verdana"/>
                <a:ea typeface="Verdana"/>
                <a:cs typeface="Verdana"/>
                <a:sym typeface="Verdana"/>
              </a:rPr>
              <a:t>context switch </a:t>
            </a:r>
            <a:r>
              <a:rPr lang="en-US" sz="1800">
                <a:solidFill>
                  <a:schemeClr val="dk1"/>
                </a:solidFill>
                <a:latin typeface="Verdana"/>
                <a:ea typeface="Verdana"/>
                <a:cs typeface="Verdana"/>
                <a:sym typeface="Verdana"/>
              </a:rPr>
              <a:t>occurs when the CPU  switches from one process to another.</a:t>
            </a:r>
            <a:endParaRPr/>
          </a:p>
        </p:txBody>
      </p:sp>
      <p:pic>
        <p:nvPicPr>
          <p:cNvPr id="151" name="Google Shape;151;p16"/>
          <p:cNvPicPr preferRelativeResize="0"/>
          <p:nvPr/>
        </p:nvPicPr>
        <p:blipFill rotWithShape="1">
          <a:blip r:embed="rId3">
            <a:alphaModFix/>
          </a:blip>
          <a:srcRect b="0" l="0" r="0" t="0"/>
          <a:stretch/>
        </p:blipFill>
        <p:spPr>
          <a:xfrm>
            <a:off x="2557083" y="1780486"/>
            <a:ext cx="5185155" cy="423772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7"/>
          <p:cNvSpPr txBox="1"/>
          <p:nvPr>
            <p:ph type="title"/>
          </p:nvPr>
        </p:nvSpPr>
        <p:spPr>
          <a:xfrm>
            <a:off x="363538" y="231775"/>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Context Switch</a:t>
            </a:r>
            <a:endParaRPr/>
          </a:p>
        </p:txBody>
      </p:sp>
      <p:sp>
        <p:nvSpPr>
          <p:cNvPr id="157" name="Google Shape;157;p17"/>
          <p:cNvSpPr txBox="1"/>
          <p:nvPr>
            <p:ph idx="1" type="body"/>
          </p:nvPr>
        </p:nvSpPr>
        <p:spPr>
          <a:xfrm>
            <a:off x="854076" y="1108075"/>
            <a:ext cx="6648693" cy="4413494"/>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When CPU switches to another process, the system must </a:t>
            </a:r>
            <a:r>
              <a:rPr b="1" lang="en-US">
                <a:solidFill>
                  <a:srgbClr val="006699"/>
                </a:solidFill>
                <a:latin typeface="Arial"/>
                <a:ea typeface="Arial"/>
                <a:cs typeface="Arial"/>
                <a:sym typeface="Arial"/>
              </a:rPr>
              <a:t>save</a:t>
            </a:r>
            <a:r>
              <a:rPr b="1" lang="en-US">
                <a:solidFill>
                  <a:srgbClr val="3366FF"/>
                </a:solidFill>
              </a:rPr>
              <a:t> </a:t>
            </a:r>
            <a:r>
              <a:rPr b="1" lang="en-US">
                <a:solidFill>
                  <a:srgbClr val="006699"/>
                </a:solidFill>
                <a:latin typeface="Arial"/>
                <a:ea typeface="Arial"/>
                <a:cs typeface="Arial"/>
                <a:sym typeface="Arial"/>
              </a:rPr>
              <a:t>the</a:t>
            </a:r>
            <a:r>
              <a:rPr b="1" lang="en-US">
                <a:solidFill>
                  <a:srgbClr val="3366FF"/>
                </a:solidFill>
              </a:rPr>
              <a:t> </a:t>
            </a:r>
            <a:r>
              <a:rPr b="1" lang="en-US">
                <a:solidFill>
                  <a:srgbClr val="006699"/>
                </a:solidFill>
                <a:latin typeface="Arial"/>
                <a:ea typeface="Arial"/>
                <a:cs typeface="Arial"/>
                <a:sym typeface="Arial"/>
              </a:rPr>
              <a:t>state</a:t>
            </a:r>
            <a:r>
              <a:rPr b="1" lang="en-US">
                <a:solidFill>
                  <a:srgbClr val="3366FF"/>
                </a:solidFill>
              </a:rPr>
              <a:t> </a:t>
            </a:r>
            <a:r>
              <a:rPr lang="en-US"/>
              <a:t>of the old process and load the </a:t>
            </a:r>
            <a:r>
              <a:rPr b="1" lang="en-US">
                <a:solidFill>
                  <a:srgbClr val="006699"/>
                </a:solidFill>
                <a:latin typeface="Arial"/>
                <a:ea typeface="Arial"/>
                <a:cs typeface="Arial"/>
                <a:sym typeface="Arial"/>
              </a:rPr>
              <a:t>saved</a:t>
            </a:r>
            <a:r>
              <a:rPr b="1" lang="en-US">
                <a:solidFill>
                  <a:srgbClr val="3366FF"/>
                </a:solidFill>
              </a:rPr>
              <a:t> </a:t>
            </a:r>
            <a:r>
              <a:rPr b="1" lang="en-US">
                <a:solidFill>
                  <a:srgbClr val="006699"/>
                </a:solidFill>
                <a:latin typeface="Arial"/>
                <a:ea typeface="Arial"/>
                <a:cs typeface="Arial"/>
                <a:sym typeface="Arial"/>
              </a:rPr>
              <a:t>state</a:t>
            </a:r>
            <a:r>
              <a:rPr b="1" lang="en-US">
                <a:solidFill>
                  <a:srgbClr val="3366FF"/>
                </a:solidFill>
              </a:rPr>
              <a:t> </a:t>
            </a:r>
            <a:r>
              <a:rPr lang="en-US"/>
              <a:t>for the new process via a </a:t>
            </a:r>
            <a:r>
              <a:rPr b="1" lang="en-US">
                <a:solidFill>
                  <a:srgbClr val="006699"/>
                </a:solidFill>
                <a:latin typeface="Arial"/>
                <a:ea typeface="Arial"/>
                <a:cs typeface="Arial"/>
                <a:sym typeface="Arial"/>
              </a:rPr>
              <a:t>context</a:t>
            </a:r>
            <a:r>
              <a:rPr b="1" lang="en-US">
                <a:solidFill>
                  <a:srgbClr val="3366FF"/>
                </a:solidFill>
              </a:rPr>
              <a:t> </a:t>
            </a:r>
            <a:r>
              <a:rPr b="1" lang="en-US">
                <a:solidFill>
                  <a:srgbClr val="006699"/>
                </a:solidFill>
                <a:latin typeface="Arial"/>
                <a:ea typeface="Arial"/>
                <a:cs typeface="Arial"/>
                <a:sym typeface="Arial"/>
              </a:rPr>
              <a:t>switch</a:t>
            </a:r>
            <a:endParaRPr/>
          </a:p>
          <a:p>
            <a:pPr indent="-342900" lvl="0" marL="342900" rtl="0" algn="l">
              <a:spcBef>
                <a:spcPts val="630"/>
              </a:spcBef>
              <a:spcAft>
                <a:spcPts val="0"/>
              </a:spcAft>
              <a:buSzPts val="1980"/>
              <a:buChar char="▪"/>
            </a:pPr>
            <a:r>
              <a:rPr b="1" lang="en-US">
                <a:solidFill>
                  <a:srgbClr val="006699"/>
                </a:solidFill>
                <a:latin typeface="Arial"/>
                <a:ea typeface="Arial"/>
                <a:cs typeface="Arial"/>
                <a:sym typeface="Arial"/>
              </a:rPr>
              <a:t>Context</a:t>
            </a:r>
            <a:r>
              <a:rPr b="1" lang="en-US">
                <a:solidFill>
                  <a:srgbClr val="3366FF"/>
                </a:solidFill>
              </a:rPr>
              <a:t> </a:t>
            </a:r>
            <a:r>
              <a:rPr lang="en-US"/>
              <a:t>of a process represented in the PCB</a:t>
            </a:r>
            <a:endParaRPr/>
          </a:p>
          <a:p>
            <a:pPr indent="-342900" lvl="0" marL="342900" rtl="0" algn="l">
              <a:spcBef>
                <a:spcPts val="630"/>
              </a:spcBef>
              <a:spcAft>
                <a:spcPts val="0"/>
              </a:spcAft>
              <a:buSzPts val="1980"/>
              <a:buChar char="▪"/>
            </a:pPr>
            <a:r>
              <a:rPr lang="en-US"/>
              <a:t>Context-switch time is pure overhead; the system does no useful work while switching</a:t>
            </a:r>
            <a:endParaRPr/>
          </a:p>
          <a:p>
            <a:pPr indent="-285750" lvl="1" marL="742950" rtl="0" algn="l">
              <a:spcBef>
                <a:spcPts val="630"/>
              </a:spcBef>
              <a:spcAft>
                <a:spcPts val="0"/>
              </a:spcAft>
              <a:buSzPts val="1980"/>
              <a:buChar char="•"/>
            </a:pPr>
            <a:r>
              <a:rPr lang="en-US"/>
              <a:t>The more complex the OS and the PCB 🡺 the longer the context switch</a:t>
            </a:r>
            <a:endParaRPr/>
          </a:p>
          <a:p>
            <a:pPr indent="-342900" lvl="0" marL="342900" rtl="0" algn="l">
              <a:spcBef>
                <a:spcPts val="630"/>
              </a:spcBef>
              <a:spcAft>
                <a:spcPts val="0"/>
              </a:spcAft>
              <a:buSzPts val="1980"/>
              <a:buChar char="▪"/>
            </a:pPr>
            <a:r>
              <a:rPr lang="en-US"/>
              <a:t>Time dependent on hardware support</a:t>
            </a:r>
            <a:endParaRPr/>
          </a:p>
          <a:p>
            <a:pPr indent="-285750" lvl="1" marL="742950" rtl="0" algn="l">
              <a:spcBef>
                <a:spcPts val="630"/>
              </a:spcBef>
              <a:spcAft>
                <a:spcPts val="0"/>
              </a:spcAft>
              <a:buSzPts val="1980"/>
              <a:buChar char="•"/>
            </a:pPr>
            <a:r>
              <a:rPr lang="en-US"/>
              <a:t>Some hardware provides multiple sets of registers per CPU 🡺 multiple contexts loaded at once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9"/>
          <p:cNvSpPr txBox="1"/>
          <p:nvPr>
            <p:ph type="title"/>
          </p:nvPr>
        </p:nvSpPr>
        <p:spPr>
          <a:xfrm>
            <a:off x="457200" y="217488"/>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Operations on Processes</a:t>
            </a:r>
            <a:endParaRPr/>
          </a:p>
        </p:txBody>
      </p:sp>
      <p:sp>
        <p:nvSpPr>
          <p:cNvPr id="163" name="Google Shape;163;p19"/>
          <p:cNvSpPr txBox="1"/>
          <p:nvPr>
            <p:ph idx="1" type="body"/>
          </p:nvPr>
        </p:nvSpPr>
        <p:spPr>
          <a:xfrm>
            <a:off x="849313" y="1233488"/>
            <a:ext cx="7381875" cy="44481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System must provide mechanisms for:</a:t>
            </a:r>
            <a:endParaRPr/>
          </a:p>
          <a:p>
            <a:pPr indent="-285750" lvl="1" marL="742950" rtl="0" algn="l">
              <a:spcBef>
                <a:spcPts val="630"/>
              </a:spcBef>
              <a:spcAft>
                <a:spcPts val="0"/>
              </a:spcAft>
              <a:buSzPts val="1980"/>
              <a:buChar char="•"/>
            </a:pPr>
            <a:r>
              <a:rPr lang="en-US"/>
              <a:t> Process creation</a:t>
            </a:r>
            <a:endParaRPr/>
          </a:p>
          <a:p>
            <a:pPr indent="-285750" lvl="1" marL="742950" rtl="0" algn="l">
              <a:spcBef>
                <a:spcPts val="630"/>
              </a:spcBef>
              <a:spcAft>
                <a:spcPts val="0"/>
              </a:spcAft>
              <a:buSzPts val="1980"/>
              <a:buChar char="•"/>
            </a:pPr>
            <a:r>
              <a:rPr lang="en-US"/>
              <a:t> Process termination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0"/>
          <p:cNvSpPr txBox="1"/>
          <p:nvPr>
            <p:ph type="title"/>
          </p:nvPr>
        </p:nvSpPr>
        <p:spPr>
          <a:xfrm>
            <a:off x="457200" y="147150"/>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Process Creation</a:t>
            </a:r>
            <a:endParaRPr/>
          </a:p>
        </p:txBody>
      </p:sp>
      <p:sp>
        <p:nvSpPr>
          <p:cNvPr id="169" name="Google Shape;169;p20"/>
          <p:cNvSpPr txBox="1"/>
          <p:nvPr>
            <p:ph idx="1" type="body"/>
          </p:nvPr>
        </p:nvSpPr>
        <p:spPr>
          <a:xfrm>
            <a:off x="854075" y="1169988"/>
            <a:ext cx="6824540" cy="498462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b="1" lang="en-US">
                <a:solidFill>
                  <a:srgbClr val="006699"/>
                </a:solidFill>
                <a:latin typeface="Arial"/>
                <a:ea typeface="Arial"/>
                <a:cs typeface="Arial"/>
                <a:sym typeface="Arial"/>
              </a:rPr>
              <a:t>Parent</a:t>
            </a:r>
            <a:r>
              <a:rPr b="1" lang="en-US"/>
              <a:t> </a:t>
            </a:r>
            <a:r>
              <a:rPr lang="en-US"/>
              <a:t>process create </a:t>
            </a:r>
            <a:r>
              <a:rPr b="1" lang="en-US">
                <a:solidFill>
                  <a:srgbClr val="006699"/>
                </a:solidFill>
                <a:latin typeface="Arial"/>
                <a:ea typeface="Arial"/>
                <a:cs typeface="Arial"/>
                <a:sym typeface="Arial"/>
              </a:rPr>
              <a:t>children</a:t>
            </a:r>
            <a:r>
              <a:rPr b="1" lang="en-US"/>
              <a:t> </a:t>
            </a:r>
            <a:r>
              <a:rPr lang="en-US"/>
              <a:t>processes, which, in turn create other processes, forming a </a:t>
            </a:r>
            <a:r>
              <a:rPr b="1" lang="en-US">
                <a:solidFill>
                  <a:srgbClr val="006699"/>
                </a:solidFill>
                <a:latin typeface="Arial"/>
                <a:ea typeface="Arial"/>
                <a:cs typeface="Arial"/>
                <a:sym typeface="Arial"/>
              </a:rPr>
              <a:t>tree</a:t>
            </a:r>
            <a:r>
              <a:rPr lang="en-US"/>
              <a:t> of processes</a:t>
            </a:r>
            <a:endParaRPr sz="800"/>
          </a:p>
          <a:p>
            <a:pPr indent="-342900" lvl="0" marL="342900" rtl="0" algn="l">
              <a:spcBef>
                <a:spcPts val="630"/>
              </a:spcBef>
              <a:spcAft>
                <a:spcPts val="0"/>
              </a:spcAft>
              <a:buSzPts val="1980"/>
              <a:buChar char="▪"/>
            </a:pPr>
            <a:r>
              <a:rPr lang="en-US"/>
              <a:t>Generally, process identified and managed via a</a:t>
            </a:r>
            <a:r>
              <a:rPr b="1" lang="en-US"/>
              <a:t> </a:t>
            </a:r>
            <a:r>
              <a:rPr b="1" lang="en-US">
                <a:solidFill>
                  <a:srgbClr val="006699"/>
                </a:solidFill>
                <a:latin typeface="Arial"/>
                <a:ea typeface="Arial"/>
                <a:cs typeface="Arial"/>
                <a:sym typeface="Arial"/>
              </a:rPr>
              <a:t>process</a:t>
            </a:r>
            <a:r>
              <a:rPr b="1" lang="en-US">
                <a:solidFill>
                  <a:srgbClr val="3366FF"/>
                </a:solidFill>
              </a:rPr>
              <a:t> </a:t>
            </a:r>
            <a:r>
              <a:rPr b="1" lang="en-US">
                <a:solidFill>
                  <a:srgbClr val="006699"/>
                </a:solidFill>
                <a:latin typeface="Arial"/>
                <a:ea typeface="Arial"/>
                <a:cs typeface="Arial"/>
                <a:sym typeface="Arial"/>
              </a:rPr>
              <a:t>identifier</a:t>
            </a:r>
            <a:r>
              <a:rPr b="1" lang="en-US">
                <a:solidFill>
                  <a:srgbClr val="3366FF"/>
                </a:solidFill>
              </a:rPr>
              <a:t> </a:t>
            </a:r>
            <a:r>
              <a:rPr lang="en-US"/>
              <a:t>(</a:t>
            </a:r>
            <a:r>
              <a:rPr b="1" lang="en-US">
                <a:solidFill>
                  <a:srgbClr val="006699"/>
                </a:solidFill>
                <a:latin typeface="Arial"/>
                <a:ea typeface="Arial"/>
                <a:cs typeface="Arial"/>
                <a:sym typeface="Arial"/>
              </a:rPr>
              <a:t>pid</a:t>
            </a:r>
            <a:r>
              <a:rPr lang="en-US"/>
              <a:t>)</a:t>
            </a:r>
            <a:endParaRPr sz="800"/>
          </a:p>
          <a:p>
            <a:pPr indent="-342900" lvl="0" marL="342900" rtl="0" algn="l">
              <a:spcBef>
                <a:spcPts val="630"/>
              </a:spcBef>
              <a:spcAft>
                <a:spcPts val="0"/>
              </a:spcAft>
              <a:buSzPts val="1980"/>
              <a:buChar char="▪"/>
            </a:pPr>
            <a:r>
              <a:rPr lang="en-US"/>
              <a:t>Resource sharing options</a:t>
            </a:r>
            <a:endParaRPr/>
          </a:p>
          <a:p>
            <a:pPr indent="-285750" lvl="1" marL="742950" rtl="0" algn="l">
              <a:spcBef>
                <a:spcPts val="630"/>
              </a:spcBef>
              <a:spcAft>
                <a:spcPts val="0"/>
              </a:spcAft>
              <a:buSzPts val="1980"/>
              <a:buChar char="•"/>
            </a:pPr>
            <a:r>
              <a:rPr lang="en-US"/>
              <a:t>Parent and children share all resources</a:t>
            </a:r>
            <a:endParaRPr/>
          </a:p>
          <a:p>
            <a:pPr indent="-285750" lvl="1" marL="742950" rtl="0" algn="l">
              <a:spcBef>
                <a:spcPts val="630"/>
              </a:spcBef>
              <a:spcAft>
                <a:spcPts val="0"/>
              </a:spcAft>
              <a:buSzPts val="1980"/>
              <a:buChar char="•"/>
            </a:pPr>
            <a:r>
              <a:rPr lang="en-US"/>
              <a:t>Children share subset of parent’s resources</a:t>
            </a:r>
            <a:endParaRPr/>
          </a:p>
          <a:p>
            <a:pPr indent="-285750" lvl="1" marL="742950" rtl="0" algn="l">
              <a:spcBef>
                <a:spcPts val="630"/>
              </a:spcBef>
              <a:spcAft>
                <a:spcPts val="0"/>
              </a:spcAft>
              <a:buSzPts val="1980"/>
              <a:buChar char="•"/>
            </a:pPr>
            <a:r>
              <a:rPr lang="en-US"/>
              <a:t>Parent and child share no resources</a:t>
            </a:r>
            <a:endParaRPr sz="800"/>
          </a:p>
          <a:p>
            <a:pPr indent="-342900" lvl="0" marL="342900" rtl="0" algn="l">
              <a:spcBef>
                <a:spcPts val="630"/>
              </a:spcBef>
              <a:spcAft>
                <a:spcPts val="0"/>
              </a:spcAft>
              <a:buSzPts val="1980"/>
              <a:buChar char="▪"/>
            </a:pPr>
            <a:r>
              <a:rPr lang="en-US"/>
              <a:t>Execution options</a:t>
            </a:r>
            <a:endParaRPr/>
          </a:p>
          <a:p>
            <a:pPr indent="-285750" lvl="1" marL="742950" rtl="0" algn="l">
              <a:spcBef>
                <a:spcPts val="630"/>
              </a:spcBef>
              <a:spcAft>
                <a:spcPts val="0"/>
              </a:spcAft>
              <a:buSzPts val="1980"/>
              <a:buChar char="•"/>
            </a:pPr>
            <a:r>
              <a:rPr lang="en-US"/>
              <a:t>Parent and children execute concurrently</a:t>
            </a:r>
            <a:endParaRPr/>
          </a:p>
          <a:p>
            <a:pPr indent="-285750" lvl="1" marL="742950" rtl="0" algn="l">
              <a:spcBef>
                <a:spcPts val="630"/>
              </a:spcBef>
              <a:spcAft>
                <a:spcPts val="0"/>
              </a:spcAft>
              <a:buSzPts val="1980"/>
              <a:buChar char="•"/>
            </a:pPr>
            <a:r>
              <a:rPr lang="en-US"/>
              <a:t>Parent waits until children terminate</a:t>
            </a:r>
            <a:endParaRPr/>
          </a:p>
          <a:p>
            <a:pPr indent="-342900" lvl="0" marL="342900" rtl="0" algn="l">
              <a:spcBef>
                <a:spcPts val="630"/>
              </a:spcBef>
              <a:spcAft>
                <a:spcPts val="0"/>
              </a:spcAft>
              <a:buSzPts val="1980"/>
              <a:buFont typeface="Arial"/>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1"/>
          <p:cNvSpPr txBox="1"/>
          <p:nvPr>
            <p:ph type="title"/>
          </p:nvPr>
        </p:nvSpPr>
        <p:spPr>
          <a:xfrm>
            <a:off x="1069975" y="217488"/>
            <a:ext cx="76168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Process Creation (Cont.)</a:t>
            </a:r>
            <a:endParaRPr/>
          </a:p>
        </p:txBody>
      </p:sp>
      <p:sp>
        <p:nvSpPr>
          <p:cNvPr id="175" name="Google Shape;175;p21"/>
          <p:cNvSpPr txBox="1"/>
          <p:nvPr>
            <p:ph idx="1" type="body"/>
          </p:nvPr>
        </p:nvSpPr>
        <p:spPr>
          <a:xfrm>
            <a:off x="811213" y="1060450"/>
            <a:ext cx="7800975" cy="562768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Address space</a:t>
            </a:r>
            <a:endParaRPr/>
          </a:p>
          <a:p>
            <a:pPr indent="-285750" lvl="1" marL="742950" rtl="0" algn="l">
              <a:spcBef>
                <a:spcPts val="630"/>
              </a:spcBef>
              <a:spcAft>
                <a:spcPts val="0"/>
              </a:spcAft>
              <a:buSzPts val="1980"/>
              <a:buChar char="•"/>
            </a:pPr>
            <a:r>
              <a:rPr lang="en-US"/>
              <a:t>Child duplicate of parent</a:t>
            </a:r>
            <a:endParaRPr/>
          </a:p>
          <a:p>
            <a:pPr indent="-285750" lvl="1" marL="742950" rtl="0" algn="l">
              <a:spcBef>
                <a:spcPts val="630"/>
              </a:spcBef>
              <a:spcAft>
                <a:spcPts val="0"/>
              </a:spcAft>
              <a:buSzPts val="1980"/>
              <a:buChar char="•"/>
            </a:pPr>
            <a:r>
              <a:rPr lang="en-US"/>
              <a:t>Child has a program loaded into it</a:t>
            </a:r>
            <a:endParaRPr/>
          </a:p>
          <a:p>
            <a:pPr indent="-342900" lvl="0" marL="342900" rtl="0" algn="l">
              <a:spcBef>
                <a:spcPts val="630"/>
              </a:spcBef>
              <a:spcAft>
                <a:spcPts val="0"/>
              </a:spcAft>
              <a:buSzPts val="1980"/>
              <a:buChar char="▪"/>
            </a:pPr>
            <a:r>
              <a:rPr lang="en-US"/>
              <a:t>UNIX examples</a:t>
            </a:r>
            <a:endParaRPr/>
          </a:p>
          <a:p>
            <a:pPr indent="-285750" lvl="1" marL="742950" rtl="0" algn="l">
              <a:spcBef>
                <a:spcPts val="700"/>
              </a:spcBef>
              <a:spcAft>
                <a:spcPts val="0"/>
              </a:spcAft>
              <a:buSzPts val="2200"/>
              <a:buChar char="•"/>
            </a:pPr>
            <a:r>
              <a:rPr b="1" lang="en-US" sz="2000">
                <a:solidFill>
                  <a:srgbClr val="000000"/>
                </a:solidFill>
                <a:latin typeface="Courier New"/>
                <a:ea typeface="Courier New"/>
                <a:cs typeface="Courier New"/>
                <a:sym typeface="Courier New"/>
              </a:rPr>
              <a:t>fork()</a:t>
            </a:r>
            <a:r>
              <a:rPr lang="en-US" sz="2000">
                <a:solidFill>
                  <a:srgbClr val="000000"/>
                </a:solidFill>
              </a:rPr>
              <a:t> </a:t>
            </a:r>
            <a:r>
              <a:rPr lang="en-US"/>
              <a:t>system call creates new process</a:t>
            </a:r>
            <a:endParaRPr/>
          </a:p>
          <a:p>
            <a:pPr indent="-285750" lvl="1" marL="742950" rtl="0" algn="l">
              <a:spcBef>
                <a:spcPts val="700"/>
              </a:spcBef>
              <a:spcAft>
                <a:spcPts val="0"/>
              </a:spcAft>
              <a:buSzPts val="2200"/>
              <a:buChar char="•"/>
            </a:pPr>
            <a:r>
              <a:rPr b="1" lang="en-US" sz="2000">
                <a:solidFill>
                  <a:srgbClr val="000000"/>
                </a:solidFill>
                <a:latin typeface="Courier New"/>
                <a:ea typeface="Courier New"/>
                <a:cs typeface="Courier New"/>
                <a:sym typeface="Courier New"/>
              </a:rPr>
              <a:t>exec()</a:t>
            </a:r>
            <a:r>
              <a:rPr lang="en-US" sz="2000"/>
              <a:t> </a:t>
            </a:r>
            <a:r>
              <a:rPr lang="en-US"/>
              <a:t>system call used after a </a:t>
            </a:r>
            <a:r>
              <a:rPr b="1" lang="en-US" sz="2000">
                <a:solidFill>
                  <a:srgbClr val="000000"/>
                </a:solidFill>
                <a:latin typeface="Courier New"/>
                <a:ea typeface="Courier New"/>
                <a:cs typeface="Courier New"/>
                <a:sym typeface="Courier New"/>
              </a:rPr>
              <a:t>fork()</a:t>
            </a:r>
            <a:r>
              <a:rPr lang="en-US" sz="2000"/>
              <a:t> </a:t>
            </a:r>
            <a:r>
              <a:rPr lang="en-US"/>
              <a:t>to replace the process’ memory space with a new program</a:t>
            </a:r>
            <a:endParaRPr/>
          </a:p>
          <a:p>
            <a:pPr indent="-285750" lvl="1" marL="742950" rtl="0" algn="l">
              <a:spcBef>
                <a:spcPts val="700"/>
              </a:spcBef>
              <a:spcAft>
                <a:spcPts val="0"/>
              </a:spcAft>
              <a:buSzPts val="1980"/>
              <a:buChar char="•"/>
            </a:pPr>
            <a:r>
              <a:rPr lang="en-US"/>
              <a:t>Parent process calls </a:t>
            </a:r>
            <a:r>
              <a:rPr b="1" lang="en-US" sz="2000">
                <a:latin typeface="Courier New"/>
                <a:ea typeface="Courier New"/>
                <a:cs typeface="Courier New"/>
                <a:sym typeface="Courier New"/>
              </a:rPr>
              <a:t>wait()</a:t>
            </a:r>
            <a:r>
              <a:rPr lang="en-US"/>
              <a:t>waiting for the child to terminate</a:t>
            </a:r>
            <a:endParaRPr/>
          </a:p>
        </p:txBody>
      </p:sp>
      <p:pic>
        <p:nvPicPr>
          <p:cNvPr id="176" name="Google Shape;176;p21"/>
          <p:cNvPicPr preferRelativeResize="0"/>
          <p:nvPr/>
        </p:nvPicPr>
        <p:blipFill rotWithShape="1">
          <a:blip r:embed="rId3">
            <a:alphaModFix/>
          </a:blip>
          <a:srcRect b="0" l="0" r="0" t="0"/>
          <a:stretch/>
        </p:blipFill>
        <p:spPr>
          <a:xfrm>
            <a:off x="2005013" y="4392613"/>
            <a:ext cx="5746750" cy="9461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2"/>
          <p:cNvSpPr txBox="1"/>
          <p:nvPr>
            <p:ph type="title"/>
          </p:nvPr>
        </p:nvSpPr>
        <p:spPr>
          <a:xfrm>
            <a:off x="1296988" y="222250"/>
            <a:ext cx="7259637"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 Tree of Processes in Linux</a:t>
            </a:r>
            <a:endParaRPr/>
          </a:p>
        </p:txBody>
      </p:sp>
      <p:pic>
        <p:nvPicPr>
          <p:cNvPr id="182" name="Google Shape;182;p22"/>
          <p:cNvPicPr preferRelativeResize="0"/>
          <p:nvPr/>
        </p:nvPicPr>
        <p:blipFill rotWithShape="1">
          <a:blip r:embed="rId3">
            <a:alphaModFix/>
          </a:blip>
          <a:srcRect b="0" l="0" r="0" t="0"/>
          <a:stretch/>
        </p:blipFill>
        <p:spPr>
          <a:xfrm>
            <a:off x="571500" y="1701800"/>
            <a:ext cx="7985125" cy="343058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3"/>
          <p:cNvSpPr txBox="1"/>
          <p:nvPr>
            <p:ph type="title"/>
          </p:nvPr>
        </p:nvSpPr>
        <p:spPr>
          <a:xfrm>
            <a:off x="996950" y="22701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 Program Forking Separate Process</a:t>
            </a:r>
            <a:endParaRPr/>
          </a:p>
        </p:txBody>
      </p:sp>
      <p:pic>
        <p:nvPicPr>
          <p:cNvPr descr="Screen Shot 2012-12-04 at 11.21.10 AM.png" id="188" name="Google Shape;188;p23"/>
          <p:cNvPicPr preferRelativeResize="0"/>
          <p:nvPr/>
        </p:nvPicPr>
        <p:blipFill rotWithShape="1">
          <a:blip r:embed="rId3">
            <a:alphaModFix/>
          </a:blip>
          <a:srcRect b="0" l="0" r="0" t="0"/>
          <a:stretch/>
        </p:blipFill>
        <p:spPr>
          <a:xfrm>
            <a:off x="1735138" y="969963"/>
            <a:ext cx="6038850" cy="56038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5"/>
          <p:cNvSpPr txBox="1"/>
          <p:nvPr>
            <p:ph type="title"/>
          </p:nvPr>
        </p:nvSpPr>
        <p:spPr>
          <a:xfrm>
            <a:off x="457200" y="22701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Process Termination</a:t>
            </a:r>
            <a:endParaRPr/>
          </a:p>
        </p:txBody>
      </p:sp>
      <p:sp>
        <p:nvSpPr>
          <p:cNvPr id="194" name="Google Shape;194;p25"/>
          <p:cNvSpPr txBox="1"/>
          <p:nvPr>
            <p:ph idx="1" type="body"/>
          </p:nvPr>
        </p:nvSpPr>
        <p:spPr>
          <a:xfrm>
            <a:off x="820738" y="1127981"/>
            <a:ext cx="7303354" cy="446392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Process executes last statement and then asks the operating system to delete it using the </a:t>
            </a:r>
            <a:r>
              <a:rPr b="1" lang="en-US" sz="2000">
                <a:solidFill>
                  <a:srgbClr val="000000"/>
                </a:solidFill>
                <a:latin typeface="Courier New"/>
                <a:ea typeface="Courier New"/>
                <a:cs typeface="Courier New"/>
                <a:sym typeface="Courier New"/>
              </a:rPr>
              <a:t>exit()</a:t>
            </a:r>
            <a:r>
              <a:rPr lang="en-US" sz="2000"/>
              <a:t> </a:t>
            </a:r>
            <a:r>
              <a:rPr lang="en-US"/>
              <a:t>system call.</a:t>
            </a:r>
            <a:endParaRPr/>
          </a:p>
          <a:p>
            <a:pPr indent="-285750" lvl="1" marL="742950" rtl="0" algn="l">
              <a:spcBef>
                <a:spcPts val="700"/>
              </a:spcBef>
              <a:spcAft>
                <a:spcPts val="0"/>
              </a:spcAft>
              <a:buSzPts val="1980"/>
              <a:buChar char="•"/>
            </a:pPr>
            <a:r>
              <a:rPr lang="en-US"/>
              <a:t>Returns  status data from child to parent (via </a:t>
            </a:r>
            <a:r>
              <a:rPr b="1" lang="en-US" sz="2000">
                <a:solidFill>
                  <a:srgbClr val="000000"/>
                </a:solidFill>
                <a:latin typeface="Courier New"/>
                <a:ea typeface="Courier New"/>
                <a:cs typeface="Courier New"/>
                <a:sym typeface="Courier New"/>
              </a:rPr>
              <a:t>wait()</a:t>
            </a:r>
            <a:r>
              <a:rPr lang="en-US"/>
              <a:t>)</a:t>
            </a:r>
            <a:endParaRPr/>
          </a:p>
          <a:p>
            <a:pPr indent="-285750" lvl="1" marL="742950" rtl="0" algn="l">
              <a:spcBef>
                <a:spcPts val="630"/>
              </a:spcBef>
              <a:spcAft>
                <a:spcPts val="0"/>
              </a:spcAft>
              <a:buSzPts val="1980"/>
              <a:buChar char="•"/>
            </a:pPr>
            <a:r>
              <a:rPr lang="en-US"/>
              <a:t>Process’ resources are deallocated by operating system</a:t>
            </a:r>
            <a:endParaRPr/>
          </a:p>
          <a:p>
            <a:pPr indent="-342900" lvl="0" marL="342900" rtl="0" algn="l">
              <a:spcBef>
                <a:spcPts val="700"/>
              </a:spcBef>
              <a:spcAft>
                <a:spcPts val="0"/>
              </a:spcAft>
              <a:buSzPts val="1980"/>
              <a:buChar char="▪"/>
            </a:pPr>
            <a:r>
              <a:rPr lang="en-US"/>
              <a:t>Parent may terminate the execution of children processes  using the </a:t>
            </a:r>
            <a:r>
              <a:rPr b="1" lang="en-US" sz="2000">
                <a:solidFill>
                  <a:srgbClr val="000000"/>
                </a:solidFill>
                <a:latin typeface="Courier New"/>
                <a:ea typeface="Courier New"/>
                <a:cs typeface="Courier New"/>
                <a:sym typeface="Courier New"/>
              </a:rPr>
              <a:t>abort()</a:t>
            </a:r>
            <a:r>
              <a:rPr lang="en-US" sz="2000"/>
              <a:t> </a:t>
            </a:r>
            <a:r>
              <a:rPr lang="en-US"/>
              <a:t>system call.  Some reasons for doing so:</a:t>
            </a:r>
            <a:endParaRPr/>
          </a:p>
          <a:p>
            <a:pPr indent="-285750" lvl="1" marL="742950" rtl="0" algn="l">
              <a:spcBef>
                <a:spcPts val="630"/>
              </a:spcBef>
              <a:spcAft>
                <a:spcPts val="0"/>
              </a:spcAft>
              <a:buSzPts val="1980"/>
              <a:buChar char="•"/>
            </a:pPr>
            <a:r>
              <a:rPr lang="en-US"/>
              <a:t>Child has exceeded allocated resources</a:t>
            </a:r>
            <a:endParaRPr/>
          </a:p>
          <a:p>
            <a:pPr indent="-285750" lvl="1" marL="742950" rtl="0" algn="l">
              <a:spcBef>
                <a:spcPts val="630"/>
              </a:spcBef>
              <a:spcAft>
                <a:spcPts val="0"/>
              </a:spcAft>
              <a:buSzPts val="1980"/>
              <a:buChar char="•"/>
            </a:pPr>
            <a:r>
              <a:rPr lang="en-US"/>
              <a:t>Task assigned to child is no longer required</a:t>
            </a:r>
            <a:endParaRPr/>
          </a:p>
          <a:p>
            <a:pPr indent="-285750" lvl="1" marL="742950" rtl="0" algn="l">
              <a:spcBef>
                <a:spcPts val="630"/>
              </a:spcBef>
              <a:spcAft>
                <a:spcPts val="0"/>
              </a:spcAft>
              <a:buSzPts val="1980"/>
              <a:buChar char="•"/>
            </a:pPr>
            <a:r>
              <a:rPr lang="en-US"/>
              <a:t>The parent is exiting, and the operating systems does not allow  a child to continue if its parent terminates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6"/>
          <p:cNvSpPr txBox="1"/>
          <p:nvPr>
            <p:ph type="title"/>
          </p:nvPr>
        </p:nvSpPr>
        <p:spPr>
          <a:xfrm>
            <a:off x="457200" y="134816"/>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Process Termination</a:t>
            </a:r>
            <a:endParaRPr/>
          </a:p>
        </p:txBody>
      </p:sp>
      <p:sp>
        <p:nvSpPr>
          <p:cNvPr id="200" name="Google Shape;200;p26"/>
          <p:cNvSpPr txBox="1"/>
          <p:nvPr>
            <p:ph idx="1" type="body"/>
          </p:nvPr>
        </p:nvSpPr>
        <p:spPr>
          <a:xfrm>
            <a:off x="855908" y="781417"/>
            <a:ext cx="7033724" cy="4787045"/>
          </a:xfrm>
          <a:prstGeom prst="rect">
            <a:avLst/>
          </a:prstGeom>
          <a:noFill/>
          <a:ln>
            <a:noFill/>
          </a:ln>
        </p:spPr>
        <p:txBody>
          <a:bodyPr anchorCtr="0" anchor="t" bIns="45700" lIns="91425" spcFirstLastPara="1" rIns="91425" wrap="square" tIns="45700">
            <a:noAutofit/>
          </a:bodyPr>
          <a:lstStyle/>
          <a:p>
            <a:pPr indent="0" lvl="1" marL="457200" rtl="0" algn="l">
              <a:spcBef>
                <a:spcPts val="0"/>
              </a:spcBef>
              <a:spcAft>
                <a:spcPts val="0"/>
              </a:spcAft>
              <a:buSzPts val="880"/>
              <a:buNone/>
            </a:pPr>
            <a:r>
              <a:t/>
            </a:r>
            <a:endParaRPr sz="800"/>
          </a:p>
          <a:p>
            <a:pPr indent="-342900" lvl="0" marL="342900" rtl="0" algn="l">
              <a:spcBef>
                <a:spcPts val="630"/>
              </a:spcBef>
              <a:spcAft>
                <a:spcPts val="0"/>
              </a:spcAft>
              <a:buSzPts val="1980"/>
              <a:buChar char="▪"/>
            </a:pPr>
            <a:r>
              <a:rPr lang="en-US"/>
              <a:t>Some operating systems do not allow child to exists if its parent has terminated.  If a process terminates, then all its children must also be terminated.</a:t>
            </a:r>
            <a:endParaRPr/>
          </a:p>
          <a:p>
            <a:pPr indent="-285750" lvl="1" marL="742950" rtl="0" algn="l">
              <a:spcBef>
                <a:spcPts val="630"/>
              </a:spcBef>
              <a:spcAft>
                <a:spcPts val="0"/>
              </a:spcAft>
              <a:buSzPts val="1980"/>
              <a:buChar char="•"/>
            </a:pPr>
            <a:r>
              <a:rPr b="1" lang="en-US"/>
              <a:t>cascading termination.  </a:t>
            </a:r>
            <a:r>
              <a:rPr lang="en-US"/>
              <a:t>All children, grandchildren, etc.,  are  terminated.</a:t>
            </a:r>
            <a:endParaRPr b="1"/>
          </a:p>
          <a:p>
            <a:pPr indent="-285750" lvl="1" marL="742950" rtl="0" algn="l">
              <a:spcBef>
                <a:spcPts val="630"/>
              </a:spcBef>
              <a:spcAft>
                <a:spcPts val="0"/>
              </a:spcAft>
              <a:buSzPts val="1980"/>
              <a:buChar char="•"/>
            </a:pPr>
            <a:r>
              <a:rPr lang="en-US"/>
              <a:t>The termination is initiated by the operating system.</a:t>
            </a:r>
            <a:endParaRPr b="1"/>
          </a:p>
          <a:p>
            <a:pPr indent="-342900" lvl="0" marL="342900" rtl="0" algn="l">
              <a:spcBef>
                <a:spcPts val="700"/>
              </a:spcBef>
              <a:spcAft>
                <a:spcPts val="0"/>
              </a:spcAft>
              <a:buSzPts val="1980"/>
              <a:buChar char="▪"/>
            </a:pPr>
            <a:r>
              <a:rPr lang="en-US"/>
              <a:t>The parent process may wait for termination of a child process by using the </a:t>
            </a:r>
            <a:r>
              <a:rPr b="1" lang="en-US" sz="2000">
                <a:solidFill>
                  <a:srgbClr val="000000"/>
                </a:solidFill>
                <a:latin typeface="Courier New"/>
                <a:ea typeface="Courier New"/>
                <a:cs typeface="Courier New"/>
                <a:sym typeface="Courier New"/>
              </a:rPr>
              <a:t>wait()</a:t>
            </a:r>
            <a:r>
              <a:rPr lang="en-US"/>
              <a:t>system call</a:t>
            </a:r>
            <a:r>
              <a:rPr b="1" lang="en-US">
                <a:solidFill>
                  <a:srgbClr val="000000"/>
                </a:solidFill>
                <a:latin typeface="Courier New"/>
                <a:ea typeface="Courier New"/>
                <a:cs typeface="Courier New"/>
                <a:sym typeface="Courier New"/>
              </a:rPr>
              <a:t>. </a:t>
            </a:r>
            <a:r>
              <a:rPr lang="en-US"/>
              <a:t>The call returns status information and the pid of the terminated process</a:t>
            </a:r>
            <a:endParaRPr b="1">
              <a:solidFill>
                <a:srgbClr val="000000"/>
              </a:solidFill>
              <a:latin typeface="Courier New"/>
              <a:ea typeface="Courier New"/>
              <a:cs typeface="Courier New"/>
              <a:sym typeface="Courier New"/>
            </a:endParaRPr>
          </a:p>
          <a:p>
            <a:pPr indent="-342900" lvl="0" marL="342900" rtl="0" algn="l">
              <a:spcBef>
                <a:spcPts val="630"/>
              </a:spcBef>
              <a:spcAft>
                <a:spcPts val="0"/>
              </a:spcAft>
              <a:buSzPts val="1980"/>
              <a:buFont typeface="Arial"/>
              <a:buNone/>
            </a:pPr>
            <a:r>
              <a:rPr b="1" lang="en-US">
                <a:solidFill>
                  <a:srgbClr val="000000"/>
                </a:solidFill>
                <a:latin typeface="Courier New"/>
                <a:ea typeface="Courier New"/>
                <a:cs typeface="Courier New"/>
                <a:sym typeface="Courier New"/>
              </a:rPr>
              <a:t>      pid = wait(&amp;status); </a:t>
            </a:r>
            <a:endParaRPr/>
          </a:p>
          <a:p>
            <a:pPr indent="-342900" lvl="0" marL="342900" rtl="0" algn="l">
              <a:spcBef>
                <a:spcPts val="700"/>
              </a:spcBef>
              <a:spcAft>
                <a:spcPts val="0"/>
              </a:spcAft>
              <a:buSzPts val="1980"/>
              <a:buChar char="▪"/>
            </a:pPr>
            <a:r>
              <a:rPr lang="en-US"/>
              <a:t>If no parent waiting (did not invoke </a:t>
            </a:r>
            <a:r>
              <a:rPr b="1" lang="en-US" sz="2000">
                <a:solidFill>
                  <a:srgbClr val="000000"/>
                </a:solidFill>
                <a:latin typeface="Courier New"/>
                <a:ea typeface="Courier New"/>
                <a:cs typeface="Courier New"/>
                <a:sym typeface="Courier New"/>
              </a:rPr>
              <a:t>wait()</a:t>
            </a:r>
            <a:r>
              <a:rPr lang="en-US"/>
              <a:t>) process is a </a:t>
            </a:r>
            <a:r>
              <a:rPr b="1" lang="en-US">
                <a:solidFill>
                  <a:srgbClr val="006699"/>
                </a:solidFill>
                <a:latin typeface="Arial"/>
                <a:ea typeface="Arial"/>
                <a:cs typeface="Arial"/>
                <a:sym typeface="Arial"/>
              </a:rPr>
              <a:t>zombie</a:t>
            </a:r>
            <a:endParaRPr/>
          </a:p>
          <a:p>
            <a:pPr indent="-342900" lvl="0" marL="342900" rtl="0" algn="l">
              <a:spcBef>
                <a:spcPts val="700"/>
              </a:spcBef>
              <a:spcAft>
                <a:spcPts val="0"/>
              </a:spcAft>
              <a:buSzPts val="1980"/>
              <a:buChar char="▪"/>
            </a:pPr>
            <a:r>
              <a:rPr lang="en-US"/>
              <a:t>If parent terminated without invoking</a:t>
            </a:r>
            <a:r>
              <a:rPr b="1" lang="en-US">
                <a:solidFill>
                  <a:srgbClr val="000000"/>
                </a:solidFill>
                <a:latin typeface="Courier New"/>
                <a:ea typeface="Courier New"/>
                <a:cs typeface="Courier New"/>
                <a:sym typeface="Courier New"/>
              </a:rPr>
              <a:t> </a:t>
            </a:r>
            <a:r>
              <a:rPr b="1" lang="en-US" sz="2000">
                <a:solidFill>
                  <a:srgbClr val="000000"/>
                </a:solidFill>
                <a:latin typeface="Courier New"/>
                <a:ea typeface="Courier New"/>
                <a:cs typeface="Courier New"/>
                <a:sym typeface="Courier New"/>
              </a:rPr>
              <a:t>wait()</a:t>
            </a:r>
            <a:r>
              <a:rPr lang="en-US"/>
              <a:t>, process is an </a:t>
            </a:r>
            <a:r>
              <a:rPr b="1" lang="en-US">
                <a:solidFill>
                  <a:srgbClr val="006699"/>
                </a:solidFill>
                <a:latin typeface="Arial"/>
                <a:ea typeface="Arial"/>
                <a:cs typeface="Arial"/>
                <a:sym typeface="Arial"/>
              </a:rPr>
              <a:t>orphan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2ba3b9bf4ec_0_10"/>
          <p:cNvSpPr txBox="1"/>
          <p:nvPr>
            <p:ph type="title"/>
          </p:nvPr>
        </p:nvSpPr>
        <p:spPr>
          <a:xfrm>
            <a:off x="1202347" y="143364"/>
            <a:ext cx="7997700" cy="5763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Multi Process</a:t>
            </a:r>
            <a:r>
              <a:rPr lang="en-US" sz="2800"/>
              <a:t> Architecture – Chrome Browser</a:t>
            </a:r>
            <a:endParaRPr/>
          </a:p>
        </p:txBody>
      </p:sp>
      <p:sp>
        <p:nvSpPr>
          <p:cNvPr id="206" name="Google Shape;206;g2ba3b9bf4ec_0_10"/>
          <p:cNvSpPr txBox="1"/>
          <p:nvPr>
            <p:ph idx="1" type="body"/>
          </p:nvPr>
        </p:nvSpPr>
        <p:spPr>
          <a:xfrm>
            <a:off x="815975" y="1073426"/>
            <a:ext cx="7805700" cy="44787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Many web browsers ran as single process (some still do)</a:t>
            </a:r>
            <a:endParaRPr/>
          </a:p>
          <a:p>
            <a:pPr indent="-285750" lvl="1" marL="742950" rtl="0" algn="l">
              <a:spcBef>
                <a:spcPts val="630"/>
              </a:spcBef>
              <a:spcAft>
                <a:spcPts val="0"/>
              </a:spcAft>
              <a:buSzPts val="1980"/>
              <a:buChar char="•"/>
            </a:pPr>
            <a:r>
              <a:rPr lang="en-US"/>
              <a:t>If one </a:t>
            </a:r>
            <a:r>
              <a:rPr lang="en-US"/>
              <a:t>website</a:t>
            </a:r>
            <a:r>
              <a:rPr lang="en-US"/>
              <a:t> causes trouble, entire browser can hang or crash</a:t>
            </a:r>
            <a:endParaRPr/>
          </a:p>
          <a:p>
            <a:pPr indent="-342900" lvl="0" marL="342900" rtl="0" algn="l">
              <a:spcBef>
                <a:spcPts val="630"/>
              </a:spcBef>
              <a:spcAft>
                <a:spcPts val="0"/>
              </a:spcAft>
              <a:buSzPts val="1980"/>
              <a:buChar char="▪"/>
            </a:pPr>
            <a:r>
              <a:rPr lang="en-US"/>
              <a:t>Google Chrome Browser is multiprocess with 3 different types of processes: </a:t>
            </a:r>
            <a:endParaRPr/>
          </a:p>
          <a:p>
            <a:pPr indent="-285750" lvl="1" marL="742950" rtl="0" algn="l">
              <a:spcBef>
                <a:spcPts val="630"/>
              </a:spcBef>
              <a:spcAft>
                <a:spcPts val="0"/>
              </a:spcAft>
              <a:buSzPts val="1980"/>
              <a:buChar char="•"/>
            </a:pPr>
            <a:r>
              <a:rPr b="1" lang="en-US">
                <a:solidFill>
                  <a:srgbClr val="006699"/>
                </a:solidFill>
                <a:latin typeface="Arial"/>
                <a:ea typeface="Arial"/>
                <a:cs typeface="Arial"/>
                <a:sym typeface="Arial"/>
              </a:rPr>
              <a:t>Browser</a:t>
            </a:r>
            <a:r>
              <a:rPr lang="en-US"/>
              <a:t> process manages user interface, disk and network I/O</a:t>
            </a:r>
            <a:endParaRPr/>
          </a:p>
          <a:p>
            <a:pPr indent="-285750" lvl="1" marL="742950" rtl="0" algn="l">
              <a:spcBef>
                <a:spcPts val="630"/>
              </a:spcBef>
              <a:spcAft>
                <a:spcPts val="0"/>
              </a:spcAft>
              <a:buSzPts val="1980"/>
              <a:buChar char="•"/>
            </a:pPr>
            <a:r>
              <a:rPr b="1" lang="en-US">
                <a:solidFill>
                  <a:srgbClr val="006699"/>
                </a:solidFill>
                <a:latin typeface="Arial"/>
                <a:ea typeface="Arial"/>
                <a:cs typeface="Arial"/>
                <a:sym typeface="Arial"/>
              </a:rPr>
              <a:t>Renderer</a:t>
            </a:r>
            <a:r>
              <a:rPr lang="en-US"/>
              <a:t> process renders web pages, deals with HTML, Javascript. A new renderer created for each website opened</a:t>
            </a:r>
            <a:endParaRPr/>
          </a:p>
          <a:p>
            <a:pPr indent="-228600" lvl="2" marL="1085850" rtl="0" algn="l">
              <a:spcBef>
                <a:spcPts val="630"/>
              </a:spcBef>
              <a:spcAft>
                <a:spcPts val="0"/>
              </a:spcAft>
              <a:buSzPts val="1350"/>
              <a:buChar char="4"/>
            </a:pPr>
            <a:r>
              <a:rPr lang="en-US"/>
              <a:t>Runs in </a:t>
            </a:r>
            <a:r>
              <a:rPr b="1" lang="en-US">
                <a:solidFill>
                  <a:srgbClr val="006699"/>
                </a:solidFill>
                <a:latin typeface="Arial"/>
                <a:ea typeface="Arial"/>
                <a:cs typeface="Arial"/>
                <a:sym typeface="Arial"/>
              </a:rPr>
              <a:t>sandbox</a:t>
            </a:r>
            <a:r>
              <a:rPr lang="en-US"/>
              <a:t> restricting disk and network I/O, minimizing effect of security exploits</a:t>
            </a:r>
            <a:endParaRPr/>
          </a:p>
          <a:p>
            <a:pPr indent="-285750" lvl="1" marL="742950" rtl="0" algn="l">
              <a:spcBef>
                <a:spcPts val="630"/>
              </a:spcBef>
              <a:spcAft>
                <a:spcPts val="0"/>
              </a:spcAft>
              <a:buSzPts val="1980"/>
              <a:buChar char="•"/>
            </a:pPr>
            <a:r>
              <a:rPr b="1" lang="en-US">
                <a:solidFill>
                  <a:srgbClr val="006699"/>
                </a:solidFill>
                <a:latin typeface="Arial"/>
                <a:ea typeface="Arial"/>
                <a:cs typeface="Arial"/>
                <a:sym typeface="Arial"/>
              </a:rPr>
              <a:t>Plug-in</a:t>
            </a:r>
            <a:r>
              <a:rPr b="1" lang="en-US">
                <a:solidFill>
                  <a:srgbClr val="3366FF"/>
                </a:solidFill>
              </a:rPr>
              <a:t> </a:t>
            </a:r>
            <a:r>
              <a:rPr lang="en-US"/>
              <a:t>process for each type of plug-in</a:t>
            </a:r>
            <a:endParaRPr/>
          </a:p>
          <a:p>
            <a:pPr indent="-160019" lvl="1" marL="742950" rtl="0" algn="l">
              <a:spcBef>
                <a:spcPts val="630"/>
              </a:spcBef>
              <a:spcAft>
                <a:spcPts val="0"/>
              </a:spcAft>
              <a:buSzPts val="1980"/>
              <a:buNone/>
            </a:pPr>
            <a:r>
              <a:t/>
            </a:r>
            <a:endParaRPr/>
          </a:p>
          <a:p>
            <a:pPr indent="-160019" lvl="1" marL="742950" rtl="0" algn="l">
              <a:spcBef>
                <a:spcPts val="630"/>
              </a:spcBef>
              <a:spcAft>
                <a:spcPts val="0"/>
              </a:spcAft>
              <a:buSzPts val="1980"/>
              <a:buNone/>
            </a:pPr>
            <a:r>
              <a:t/>
            </a:r>
            <a:endParaRPr/>
          </a:p>
          <a:p>
            <a:pPr indent="-160019" lvl="1" marL="742950" rtl="0" algn="l">
              <a:spcBef>
                <a:spcPts val="630"/>
              </a:spcBef>
              <a:spcAft>
                <a:spcPts val="0"/>
              </a:spcAft>
              <a:buSzPts val="1980"/>
              <a:buNone/>
            </a:pPr>
            <a:r>
              <a:t/>
            </a:r>
            <a:endParaRPr/>
          </a:p>
        </p:txBody>
      </p:sp>
      <p:pic>
        <p:nvPicPr>
          <p:cNvPr id="207" name="Google Shape;207;g2ba3b9bf4ec_0_10"/>
          <p:cNvPicPr preferRelativeResize="0"/>
          <p:nvPr/>
        </p:nvPicPr>
        <p:blipFill rotWithShape="1">
          <a:blip r:embed="rId3">
            <a:alphaModFix/>
          </a:blip>
          <a:srcRect b="0" l="0" r="0" t="0"/>
          <a:stretch/>
        </p:blipFill>
        <p:spPr>
          <a:xfrm>
            <a:off x="1717949" y="4591123"/>
            <a:ext cx="6278566" cy="12668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9"/>
          <p:cNvSpPr txBox="1"/>
          <p:nvPr>
            <p:ph type="title"/>
          </p:nvPr>
        </p:nvSpPr>
        <p:spPr>
          <a:xfrm>
            <a:off x="1001713" y="130054"/>
            <a:ext cx="7485062"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Interprocess Communication</a:t>
            </a:r>
            <a:endParaRPr/>
          </a:p>
        </p:txBody>
      </p:sp>
      <p:sp>
        <p:nvSpPr>
          <p:cNvPr id="213" name="Google Shape;213;p29"/>
          <p:cNvSpPr txBox="1"/>
          <p:nvPr>
            <p:ph idx="1" type="body"/>
          </p:nvPr>
        </p:nvSpPr>
        <p:spPr>
          <a:xfrm>
            <a:off x="811213" y="1154113"/>
            <a:ext cx="7675562"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Processes within a system may be </a:t>
            </a:r>
            <a:r>
              <a:rPr b="1" i="1" lang="en-US"/>
              <a:t>independent</a:t>
            </a:r>
            <a:r>
              <a:rPr b="1" lang="en-US"/>
              <a:t> </a:t>
            </a:r>
            <a:r>
              <a:rPr lang="en-US"/>
              <a:t>or </a:t>
            </a:r>
            <a:r>
              <a:rPr b="1" i="1" lang="en-US"/>
              <a:t>cooperating</a:t>
            </a:r>
            <a:endParaRPr/>
          </a:p>
          <a:p>
            <a:pPr indent="-342900" lvl="0" marL="342900" rtl="0" algn="l">
              <a:spcBef>
                <a:spcPts val="630"/>
              </a:spcBef>
              <a:spcAft>
                <a:spcPts val="0"/>
              </a:spcAft>
              <a:buSzPts val="1980"/>
              <a:buChar char="▪"/>
            </a:pPr>
            <a:r>
              <a:rPr lang="en-US"/>
              <a:t>Cooperating process can affect or be affected by other processes, including sharing data</a:t>
            </a:r>
            <a:endParaRPr/>
          </a:p>
          <a:p>
            <a:pPr indent="-342900" lvl="0" marL="342900" rtl="0" algn="l">
              <a:spcBef>
                <a:spcPts val="630"/>
              </a:spcBef>
              <a:spcAft>
                <a:spcPts val="0"/>
              </a:spcAft>
              <a:buSzPts val="1980"/>
              <a:buChar char="▪"/>
            </a:pPr>
            <a:r>
              <a:rPr lang="en-US"/>
              <a:t>Reasons for cooperating processes:</a:t>
            </a:r>
            <a:endParaRPr/>
          </a:p>
          <a:p>
            <a:pPr indent="-285750" lvl="1" marL="742950" rtl="0" algn="l">
              <a:spcBef>
                <a:spcPts val="630"/>
              </a:spcBef>
              <a:spcAft>
                <a:spcPts val="0"/>
              </a:spcAft>
              <a:buSzPts val="1980"/>
              <a:buChar char="•"/>
            </a:pPr>
            <a:r>
              <a:rPr lang="en-US"/>
              <a:t>Information sharing</a:t>
            </a:r>
            <a:endParaRPr/>
          </a:p>
          <a:p>
            <a:pPr indent="-285750" lvl="1" marL="742950" rtl="0" algn="l">
              <a:spcBef>
                <a:spcPts val="630"/>
              </a:spcBef>
              <a:spcAft>
                <a:spcPts val="0"/>
              </a:spcAft>
              <a:buSzPts val="1980"/>
              <a:buChar char="•"/>
            </a:pPr>
            <a:r>
              <a:rPr lang="en-US"/>
              <a:t>Computation speedup</a:t>
            </a:r>
            <a:endParaRPr/>
          </a:p>
          <a:p>
            <a:pPr indent="-285750" lvl="1" marL="742950" rtl="0" algn="l">
              <a:spcBef>
                <a:spcPts val="630"/>
              </a:spcBef>
              <a:spcAft>
                <a:spcPts val="0"/>
              </a:spcAft>
              <a:buSzPts val="1980"/>
              <a:buChar char="•"/>
            </a:pPr>
            <a:r>
              <a:rPr lang="en-US"/>
              <a:t>Modularity</a:t>
            </a:r>
            <a:endParaRPr/>
          </a:p>
          <a:p>
            <a:pPr indent="-285750" lvl="1" marL="742950" rtl="0" algn="l">
              <a:spcBef>
                <a:spcPts val="630"/>
              </a:spcBef>
              <a:spcAft>
                <a:spcPts val="0"/>
              </a:spcAft>
              <a:buSzPts val="1980"/>
              <a:buChar char="•"/>
            </a:pPr>
            <a:r>
              <a:rPr lang="en-US"/>
              <a:t>Convenience	</a:t>
            </a:r>
            <a:endParaRPr/>
          </a:p>
          <a:p>
            <a:pPr indent="-342900" lvl="0" marL="342900" rtl="0" algn="l">
              <a:spcBef>
                <a:spcPts val="630"/>
              </a:spcBef>
              <a:spcAft>
                <a:spcPts val="0"/>
              </a:spcAft>
              <a:buSzPts val="1980"/>
              <a:buChar char="▪"/>
            </a:pPr>
            <a:r>
              <a:rPr lang="en-US"/>
              <a:t>Cooperating processes need </a:t>
            </a:r>
            <a:r>
              <a:rPr b="1" lang="en-US">
                <a:solidFill>
                  <a:srgbClr val="006699"/>
                </a:solidFill>
                <a:latin typeface="Arial"/>
                <a:ea typeface="Arial"/>
                <a:cs typeface="Arial"/>
                <a:sym typeface="Arial"/>
              </a:rPr>
              <a:t>interprocess</a:t>
            </a:r>
            <a:r>
              <a:rPr b="1" lang="en-US">
                <a:solidFill>
                  <a:srgbClr val="3366FF"/>
                </a:solidFill>
              </a:rPr>
              <a:t> </a:t>
            </a:r>
            <a:r>
              <a:rPr b="1" lang="en-US">
                <a:solidFill>
                  <a:srgbClr val="006699"/>
                </a:solidFill>
                <a:latin typeface="Arial"/>
                <a:ea typeface="Arial"/>
                <a:cs typeface="Arial"/>
                <a:sym typeface="Arial"/>
              </a:rPr>
              <a:t>communication</a:t>
            </a:r>
            <a:r>
              <a:rPr b="1" lang="en-US">
                <a:solidFill>
                  <a:srgbClr val="3366FF"/>
                </a:solidFill>
              </a:rPr>
              <a:t> </a:t>
            </a:r>
            <a:r>
              <a:rPr lang="en-US"/>
              <a:t>(</a:t>
            </a:r>
            <a:r>
              <a:rPr b="1" lang="en-US">
                <a:solidFill>
                  <a:srgbClr val="006699"/>
                </a:solidFill>
                <a:latin typeface="Arial"/>
                <a:ea typeface="Arial"/>
                <a:cs typeface="Arial"/>
                <a:sym typeface="Arial"/>
              </a:rPr>
              <a:t>IPC</a:t>
            </a:r>
            <a:r>
              <a:rPr lang="en-US"/>
              <a:t>)</a:t>
            </a:r>
            <a:endParaRPr/>
          </a:p>
          <a:p>
            <a:pPr indent="-342900" lvl="0" marL="342900" rtl="0" algn="l">
              <a:spcBef>
                <a:spcPts val="630"/>
              </a:spcBef>
              <a:spcAft>
                <a:spcPts val="0"/>
              </a:spcAft>
              <a:buSzPts val="1980"/>
              <a:buChar char="▪"/>
            </a:pPr>
            <a:r>
              <a:rPr lang="en-US"/>
              <a:t>Two models of IPC</a:t>
            </a:r>
            <a:endParaRPr/>
          </a:p>
          <a:p>
            <a:pPr indent="-285750" lvl="1" marL="742950" rtl="0" algn="l">
              <a:spcBef>
                <a:spcPts val="630"/>
              </a:spcBef>
              <a:spcAft>
                <a:spcPts val="0"/>
              </a:spcAft>
              <a:buSzPts val="1980"/>
              <a:buChar char="•"/>
            </a:pPr>
            <a:r>
              <a:rPr b="1" lang="en-US">
                <a:solidFill>
                  <a:srgbClr val="006699"/>
                </a:solidFill>
                <a:latin typeface="Arial"/>
                <a:ea typeface="Arial"/>
                <a:cs typeface="Arial"/>
                <a:sym typeface="Arial"/>
              </a:rPr>
              <a:t>Shared</a:t>
            </a:r>
            <a:r>
              <a:rPr b="1" lang="en-US">
                <a:solidFill>
                  <a:srgbClr val="3366FF"/>
                </a:solidFill>
              </a:rPr>
              <a:t> </a:t>
            </a:r>
            <a:r>
              <a:rPr b="1" lang="en-US">
                <a:solidFill>
                  <a:srgbClr val="006699"/>
                </a:solidFill>
                <a:latin typeface="Arial"/>
                <a:ea typeface="Arial"/>
                <a:cs typeface="Arial"/>
                <a:sym typeface="Arial"/>
              </a:rPr>
              <a:t>memory</a:t>
            </a:r>
            <a:endParaRPr/>
          </a:p>
          <a:p>
            <a:pPr indent="-285750" lvl="1" marL="742950" rtl="0" algn="l">
              <a:spcBef>
                <a:spcPts val="630"/>
              </a:spcBef>
              <a:spcAft>
                <a:spcPts val="0"/>
              </a:spcAft>
              <a:buSzPts val="1980"/>
              <a:buChar char="•"/>
            </a:pPr>
            <a:r>
              <a:rPr b="1" lang="en-US">
                <a:solidFill>
                  <a:srgbClr val="006699"/>
                </a:solidFill>
                <a:latin typeface="Arial"/>
                <a:ea typeface="Arial"/>
                <a:cs typeface="Arial"/>
                <a:sym typeface="Arial"/>
              </a:rPr>
              <a:t>Message passing</a:t>
            </a:r>
            <a:endParaRPr/>
          </a:p>
          <a:p>
            <a:pPr indent="-160019" lvl="1" marL="742950" rtl="0" algn="l">
              <a:spcBef>
                <a:spcPts val="630"/>
              </a:spcBef>
              <a:spcAft>
                <a:spcPts val="0"/>
              </a:spcAft>
              <a:buSzPts val="198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0"/>
          <p:cNvSpPr txBox="1"/>
          <p:nvPr>
            <p:ph type="title"/>
          </p:nvPr>
        </p:nvSpPr>
        <p:spPr>
          <a:xfrm>
            <a:off x="457200" y="228600"/>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Communications Models </a:t>
            </a:r>
            <a:endParaRPr/>
          </a:p>
        </p:txBody>
      </p:sp>
      <p:sp>
        <p:nvSpPr>
          <p:cNvPr id="219" name="Google Shape;219;p30"/>
          <p:cNvSpPr/>
          <p:nvPr/>
        </p:nvSpPr>
        <p:spPr>
          <a:xfrm>
            <a:off x="1487488" y="1150938"/>
            <a:ext cx="6372225" cy="369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00"/>
              </a:buClr>
              <a:buSzPts val="1800"/>
              <a:buFont typeface="Noto Sans Symbols"/>
              <a:buNone/>
            </a:pPr>
            <a:r>
              <a:rPr lang="en-US" sz="1800">
                <a:solidFill>
                  <a:srgbClr val="000000"/>
                </a:solidFill>
                <a:latin typeface="Arial"/>
                <a:ea typeface="Arial"/>
                <a:cs typeface="Arial"/>
                <a:sym typeface="Arial"/>
              </a:rPr>
              <a:t>(a) Shared memory.  		(b) Message passing. </a:t>
            </a:r>
            <a:r>
              <a:rPr lang="en-US" sz="1800">
                <a:solidFill>
                  <a:schemeClr val="dk1"/>
                </a:solidFill>
                <a:latin typeface="Arial"/>
                <a:ea typeface="Arial"/>
                <a:cs typeface="Arial"/>
                <a:sym typeface="Arial"/>
              </a:rPr>
              <a:t> </a:t>
            </a:r>
            <a:endParaRPr/>
          </a:p>
        </p:txBody>
      </p:sp>
      <p:pic>
        <p:nvPicPr>
          <p:cNvPr id="220" name="Google Shape;220;p30"/>
          <p:cNvPicPr preferRelativeResize="0"/>
          <p:nvPr/>
        </p:nvPicPr>
        <p:blipFill rotWithShape="1">
          <a:blip r:embed="rId3">
            <a:alphaModFix/>
          </a:blip>
          <a:srcRect b="0" l="0" r="0" t="0"/>
          <a:stretch/>
        </p:blipFill>
        <p:spPr>
          <a:xfrm>
            <a:off x="1612900" y="2016125"/>
            <a:ext cx="6246813" cy="399891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1"/>
          <p:cNvSpPr txBox="1"/>
          <p:nvPr>
            <p:ph type="title"/>
          </p:nvPr>
        </p:nvSpPr>
        <p:spPr>
          <a:xfrm>
            <a:off x="749300" y="228600"/>
            <a:ext cx="79375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Producer-Consumer Problem</a:t>
            </a:r>
            <a:endParaRPr/>
          </a:p>
        </p:txBody>
      </p:sp>
      <p:sp>
        <p:nvSpPr>
          <p:cNvPr id="226" name="Google Shape;226;p31"/>
          <p:cNvSpPr txBox="1"/>
          <p:nvPr>
            <p:ph idx="1" type="body"/>
          </p:nvPr>
        </p:nvSpPr>
        <p:spPr>
          <a:xfrm>
            <a:off x="814388" y="1214438"/>
            <a:ext cx="6825665" cy="4344151"/>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Paradigm for cooperating processes:</a:t>
            </a:r>
            <a:endParaRPr/>
          </a:p>
          <a:p>
            <a:pPr indent="-285750" lvl="1" marL="742950" rtl="0" algn="l">
              <a:spcBef>
                <a:spcPts val="630"/>
              </a:spcBef>
              <a:spcAft>
                <a:spcPts val="0"/>
              </a:spcAft>
              <a:buSzPts val="1980"/>
              <a:buChar char="•"/>
            </a:pPr>
            <a:r>
              <a:rPr i="1" lang="en-US"/>
              <a:t>producer</a:t>
            </a:r>
            <a:r>
              <a:rPr lang="en-US"/>
              <a:t> process produces information that is consumed by a </a:t>
            </a:r>
            <a:r>
              <a:rPr i="1" lang="en-US"/>
              <a:t>consumer</a:t>
            </a:r>
            <a:r>
              <a:rPr lang="en-US"/>
              <a:t> process</a:t>
            </a:r>
            <a:endParaRPr/>
          </a:p>
          <a:p>
            <a:pPr indent="-342900" lvl="0" marL="342900" rtl="0" algn="l">
              <a:spcBef>
                <a:spcPts val="630"/>
              </a:spcBef>
              <a:spcAft>
                <a:spcPts val="0"/>
              </a:spcAft>
              <a:buSzPts val="1980"/>
              <a:buChar char="▪"/>
            </a:pPr>
            <a:r>
              <a:rPr lang="en-US"/>
              <a:t>Two variations:</a:t>
            </a:r>
            <a:endParaRPr/>
          </a:p>
          <a:p>
            <a:pPr indent="-285750" lvl="1" marL="742950" rtl="0" algn="l">
              <a:spcBef>
                <a:spcPts val="630"/>
              </a:spcBef>
              <a:spcAft>
                <a:spcPts val="0"/>
              </a:spcAft>
              <a:buSzPts val="1980"/>
              <a:buChar char="•"/>
            </a:pPr>
            <a:r>
              <a:rPr b="1" lang="en-US">
                <a:solidFill>
                  <a:srgbClr val="006699"/>
                </a:solidFill>
                <a:latin typeface="Arial"/>
                <a:ea typeface="Arial"/>
                <a:cs typeface="Arial"/>
                <a:sym typeface="Arial"/>
              </a:rPr>
              <a:t>unbounded-buffer</a:t>
            </a:r>
            <a:r>
              <a:rPr b="1" lang="en-US">
                <a:solidFill>
                  <a:srgbClr val="3366FF"/>
                </a:solidFill>
              </a:rPr>
              <a:t> </a:t>
            </a:r>
            <a:r>
              <a:rPr lang="en-US"/>
              <a:t>places no practical limit on the size of the buffer:</a:t>
            </a:r>
            <a:endParaRPr/>
          </a:p>
          <a:p>
            <a:pPr indent="-228600" lvl="2" marL="1085850" rtl="0" algn="l">
              <a:spcBef>
                <a:spcPts val="630"/>
              </a:spcBef>
              <a:spcAft>
                <a:spcPts val="0"/>
              </a:spcAft>
              <a:buSzPts val="1350"/>
              <a:buChar char="4"/>
            </a:pPr>
            <a:r>
              <a:rPr lang="en-US"/>
              <a:t>Producer never waits</a:t>
            </a:r>
            <a:endParaRPr/>
          </a:p>
          <a:p>
            <a:pPr indent="-228600" lvl="2" marL="1085850" rtl="0" algn="l">
              <a:spcBef>
                <a:spcPts val="630"/>
              </a:spcBef>
              <a:spcAft>
                <a:spcPts val="0"/>
              </a:spcAft>
              <a:buSzPts val="1350"/>
              <a:buChar char="4"/>
            </a:pPr>
            <a:r>
              <a:rPr lang="en-US"/>
              <a:t>Consumer waits if there is no buffer to consume</a:t>
            </a:r>
            <a:endParaRPr/>
          </a:p>
          <a:p>
            <a:pPr indent="-285750" lvl="1" marL="742950" rtl="0" algn="l">
              <a:spcBef>
                <a:spcPts val="630"/>
              </a:spcBef>
              <a:spcAft>
                <a:spcPts val="0"/>
              </a:spcAft>
              <a:buSzPts val="1980"/>
              <a:buChar char="•"/>
            </a:pPr>
            <a:r>
              <a:rPr b="1" lang="en-US">
                <a:solidFill>
                  <a:srgbClr val="006699"/>
                </a:solidFill>
                <a:latin typeface="Arial"/>
                <a:ea typeface="Arial"/>
                <a:cs typeface="Arial"/>
                <a:sym typeface="Arial"/>
              </a:rPr>
              <a:t>bounded-buffer</a:t>
            </a:r>
            <a:r>
              <a:rPr b="1" lang="en-US">
                <a:solidFill>
                  <a:srgbClr val="3366FF"/>
                </a:solidFill>
              </a:rPr>
              <a:t> </a:t>
            </a:r>
            <a:r>
              <a:rPr lang="en-US"/>
              <a:t>assumes that there is a fixed buffer size</a:t>
            </a:r>
            <a:endParaRPr/>
          </a:p>
          <a:p>
            <a:pPr indent="-228600" lvl="2" marL="1085850" rtl="0" algn="l">
              <a:spcBef>
                <a:spcPts val="630"/>
              </a:spcBef>
              <a:spcAft>
                <a:spcPts val="0"/>
              </a:spcAft>
              <a:buSzPts val="1350"/>
              <a:buChar char="4"/>
            </a:pPr>
            <a:r>
              <a:rPr lang="en-US"/>
              <a:t>Producer must wait if all buffers are full</a:t>
            </a:r>
            <a:endParaRPr/>
          </a:p>
          <a:p>
            <a:pPr indent="-228600" lvl="2" marL="1085850" rtl="0" algn="l">
              <a:spcBef>
                <a:spcPts val="630"/>
              </a:spcBef>
              <a:spcAft>
                <a:spcPts val="0"/>
              </a:spcAft>
              <a:buSzPts val="1350"/>
              <a:buChar char="4"/>
            </a:pPr>
            <a:r>
              <a:rPr lang="en-US"/>
              <a:t>Consumer waits if there is no buffer to consume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2ba3b9bf4ec_0_71"/>
          <p:cNvSpPr txBox="1"/>
          <p:nvPr>
            <p:ph type="title"/>
          </p:nvPr>
        </p:nvSpPr>
        <p:spPr>
          <a:xfrm>
            <a:off x="1046163" y="265946"/>
            <a:ext cx="8073900"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Bounded-Buffer – Shared-Memory Solution</a:t>
            </a:r>
            <a:endParaRPr/>
          </a:p>
        </p:txBody>
      </p:sp>
      <p:pic>
        <p:nvPicPr>
          <p:cNvPr id="232" name="Google Shape;232;g2ba3b9bf4ec_0_71"/>
          <p:cNvPicPr preferRelativeResize="0"/>
          <p:nvPr/>
        </p:nvPicPr>
        <p:blipFill rotWithShape="1">
          <a:blip r:embed="rId3">
            <a:alphaModFix/>
          </a:blip>
          <a:srcRect b="0" l="0" r="0" t="0"/>
          <a:stretch/>
        </p:blipFill>
        <p:spPr>
          <a:xfrm>
            <a:off x="576524" y="1197601"/>
            <a:ext cx="8085772" cy="466531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2ba3b9bf4ec_0_76"/>
          <p:cNvSpPr txBox="1"/>
          <p:nvPr>
            <p:ph type="title"/>
          </p:nvPr>
        </p:nvSpPr>
        <p:spPr>
          <a:xfrm>
            <a:off x="1117600" y="222250"/>
            <a:ext cx="7569300" cy="5763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Producer Process – Shared Memory</a:t>
            </a:r>
            <a:endParaRPr/>
          </a:p>
        </p:txBody>
      </p:sp>
      <p:pic>
        <p:nvPicPr>
          <p:cNvPr id="238" name="Google Shape;238;g2ba3b9bf4ec_0_76"/>
          <p:cNvPicPr preferRelativeResize="0"/>
          <p:nvPr/>
        </p:nvPicPr>
        <p:blipFill rotWithShape="1">
          <a:blip r:embed="rId3">
            <a:alphaModFix/>
          </a:blip>
          <a:srcRect b="0" l="0" r="0" t="0"/>
          <a:stretch/>
        </p:blipFill>
        <p:spPr>
          <a:xfrm>
            <a:off x="1181298" y="989597"/>
            <a:ext cx="6781404" cy="487880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2ba3b9bf4ec_0_81"/>
          <p:cNvSpPr txBox="1"/>
          <p:nvPr>
            <p:ph type="title"/>
          </p:nvPr>
        </p:nvSpPr>
        <p:spPr>
          <a:xfrm>
            <a:off x="1332835" y="204535"/>
            <a:ext cx="7594500" cy="546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Consumer Process – Shared Memory</a:t>
            </a:r>
            <a:endParaRPr/>
          </a:p>
        </p:txBody>
      </p:sp>
      <p:pic>
        <p:nvPicPr>
          <p:cNvPr id="244" name="Google Shape;244;g2ba3b9bf4ec_0_81"/>
          <p:cNvPicPr preferRelativeResize="0"/>
          <p:nvPr/>
        </p:nvPicPr>
        <p:blipFill rotWithShape="1">
          <a:blip r:embed="rId3">
            <a:alphaModFix/>
          </a:blip>
          <a:srcRect b="0" l="0" r="0" t="0"/>
          <a:stretch/>
        </p:blipFill>
        <p:spPr>
          <a:xfrm>
            <a:off x="1136276" y="913186"/>
            <a:ext cx="6871448" cy="503162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2ba3b9bf4ec_0_86"/>
          <p:cNvSpPr txBox="1"/>
          <p:nvPr>
            <p:ph type="title"/>
          </p:nvPr>
        </p:nvSpPr>
        <p:spPr>
          <a:xfrm>
            <a:off x="966788" y="225425"/>
            <a:ext cx="7850100" cy="5763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Examples of IPC Systems - POSIX</a:t>
            </a:r>
            <a:endParaRPr/>
          </a:p>
        </p:txBody>
      </p:sp>
      <p:sp>
        <p:nvSpPr>
          <p:cNvPr id="250" name="Google Shape;250;g2ba3b9bf4ec_0_86"/>
          <p:cNvSpPr txBox="1"/>
          <p:nvPr>
            <p:ph idx="1" type="body"/>
          </p:nvPr>
        </p:nvSpPr>
        <p:spPr>
          <a:xfrm>
            <a:off x="911225" y="1233488"/>
            <a:ext cx="7577100" cy="4530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POSIX Shared Memory</a:t>
            </a:r>
            <a:endParaRPr/>
          </a:p>
          <a:p>
            <a:pPr indent="-285750" lvl="1" marL="742950" rtl="0" algn="l">
              <a:spcBef>
                <a:spcPts val="630"/>
              </a:spcBef>
              <a:spcAft>
                <a:spcPts val="0"/>
              </a:spcAft>
              <a:buSzPts val="1980"/>
              <a:buChar char="•"/>
            </a:pPr>
            <a:r>
              <a:rPr lang="en-US"/>
              <a:t>Process first creates shared memory segment</a:t>
            </a:r>
            <a:br>
              <a:rPr lang="en-US"/>
            </a:br>
            <a:r>
              <a:rPr b="1" lang="en-US">
                <a:latin typeface="Courier New"/>
                <a:ea typeface="Courier New"/>
                <a:cs typeface="Courier New"/>
                <a:sym typeface="Courier New"/>
              </a:rPr>
              <a:t>shm_fd = shm_open(name, O CREAT | O RDWR, 0666);</a:t>
            </a:r>
            <a:endParaRPr/>
          </a:p>
          <a:p>
            <a:pPr indent="-285750" lvl="1" marL="742950" rtl="0" algn="l">
              <a:spcBef>
                <a:spcPts val="630"/>
              </a:spcBef>
              <a:spcAft>
                <a:spcPts val="0"/>
              </a:spcAft>
              <a:buSzPts val="1980"/>
              <a:buChar char="•"/>
            </a:pPr>
            <a:r>
              <a:rPr lang="en-US"/>
              <a:t>Also used to open an existing segment</a:t>
            </a:r>
            <a:endParaRPr/>
          </a:p>
          <a:p>
            <a:pPr indent="-285750" lvl="1" marL="742950" rtl="0" algn="l">
              <a:spcBef>
                <a:spcPts val="630"/>
              </a:spcBef>
              <a:spcAft>
                <a:spcPts val="0"/>
              </a:spcAft>
              <a:buSzPts val="1980"/>
              <a:buChar char="•"/>
            </a:pPr>
            <a:r>
              <a:rPr lang="en-US"/>
              <a:t>Set the size of the object</a:t>
            </a:r>
            <a:endParaRPr/>
          </a:p>
          <a:p>
            <a:pPr indent="-342900" lvl="0" marL="342900" rtl="0" algn="l">
              <a:spcBef>
                <a:spcPts val="630"/>
              </a:spcBef>
              <a:spcAft>
                <a:spcPts val="0"/>
              </a:spcAft>
              <a:buSzPts val="1980"/>
              <a:buFont typeface="Arial"/>
              <a:buNone/>
            </a:pPr>
            <a:r>
              <a:rPr lang="en-US"/>
              <a:t>	            </a:t>
            </a:r>
            <a:r>
              <a:rPr b="1" lang="en-US">
                <a:latin typeface="Courier New"/>
                <a:ea typeface="Courier New"/>
                <a:cs typeface="Courier New"/>
                <a:sym typeface="Courier New"/>
              </a:rPr>
              <a:t>ftruncate(shm_fd, 4096); </a:t>
            </a:r>
            <a:endParaRPr/>
          </a:p>
          <a:p>
            <a:pPr indent="-285750" lvl="1" marL="742950" rtl="0" algn="l">
              <a:spcBef>
                <a:spcPts val="630"/>
              </a:spcBef>
              <a:spcAft>
                <a:spcPts val="0"/>
              </a:spcAft>
              <a:buSzPts val="1980"/>
              <a:buChar char="•"/>
            </a:pPr>
            <a:r>
              <a:rPr lang="en-US"/>
              <a:t>Use </a:t>
            </a:r>
            <a:r>
              <a:rPr b="1" lang="en-US">
                <a:latin typeface="Courier New"/>
                <a:ea typeface="Courier New"/>
                <a:cs typeface="Courier New"/>
                <a:sym typeface="Courier New"/>
              </a:rPr>
              <a:t>mmap() </a:t>
            </a:r>
            <a:r>
              <a:rPr lang="en-US"/>
              <a:t>to memory-map a file pointer to the shared memory object</a:t>
            </a:r>
            <a:endParaRPr/>
          </a:p>
          <a:p>
            <a:pPr indent="-285750" lvl="1" marL="742950" rtl="0" algn="l">
              <a:spcBef>
                <a:spcPts val="630"/>
              </a:spcBef>
              <a:spcAft>
                <a:spcPts val="0"/>
              </a:spcAft>
              <a:buSzPts val="1980"/>
              <a:buChar char="•"/>
            </a:pPr>
            <a:r>
              <a:rPr lang="en-US"/>
              <a:t>Reading and writing to shared memory is done by using the pointer returned by </a:t>
            </a:r>
            <a:r>
              <a:rPr b="1" lang="en-US">
                <a:latin typeface="Courier New"/>
                <a:ea typeface="Courier New"/>
                <a:cs typeface="Courier New"/>
                <a:sym typeface="Courier New"/>
              </a:rPr>
              <a:t>mmap()</a:t>
            </a:r>
            <a:r>
              <a:rPr lang="en-US"/>
              <a:t>.</a:t>
            </a:r>
            <a:br>
              <a:rPr lang="en-US"/>
            </a:br>
            <a:br>
              <a:rPr lang="en-US"/>
            </a:br>
            <a:endParaRPr b="1">
              <a:latin typeface="Courier New"/>
              <a:ea typeface="Courier New"/>
              <a:cs typeface="Courier New"/>
              <a:sym typeface="Courier New"/>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2ba3b9bf4ec_0_91"/>
          <p:cNvSpPr txBox="1"/>
          <p:nvPr>
            <p:ph type="title"/>
          </p:nvPr>
        </p:nvSpPr>
        <p:spPr>
          <a:xfrm>
            <a:off x="936625" y="219075"/>
            <a:ext cx="7850100" cy="5763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IPC POSIX Producer</a:t>
            </a:r>
            <a:endParaRPr/>
          </a:p>
        </p:txBody>
      </p:sp>
      <p:pic>
        <p:nvPicPr>
          <p:cNvPr id="256" name="Google Shape;256;g2ba3b9bf4ec_0_91"/>
          <p:cNvPicPr preferRelativeResize="0"/>
          <p:nvPr/>
        </p:nvPicPr>
        <p:blipFill rotWithShape="1">
          <a:blip r:embed="rId3">
            <a:alphaModFix/>
          </a:blip>
          <a:srcRect b="0" l="0" r="0" t="0"/>
          <a:stretch/>
        </p:blipFill>
        <p:spPr>
          <a:xfrm>
            <a:off x="250977" y="714657"/>
            <a:ext cx="7158352" cy="6098861"/>
          </a:xfrm>
          <a:prstGeom prst="rect">
            <a:avLst/>
          </a:prstGeom>
          <a:noFill/>
          <a:ln>
            <a:noFill/>
          </a:ln>
        </p:spPr>
      </p:pic>
      <p:pic>
        <p:nvPicPr>
          <p:cNvPr id="257" name="Google Shape;257;g2ba3b9bf4ec_0_91"/>
          <p:cNvPicPr preferRelativeResize="0"/>
          <p:nvPr/>
        </p:nvPicPr>
        <p:blipFill rotWithShape="1">
          <a:blip r:embed="rId4">
            <a:alphaModFix/>
          </a:blip>
          <a:srcRect b="0" l="0" r="0" t="0"/>
          <a:stretch/>
        </p:blipFill>
        <p:spPr>
          <a:xfrm>
            <a:off x="5452373" y="913820"/>
            <a:ext cx="3209733" cy="713274"/>
          </a:xfrm>
          <a:prstGeom prst="rect">
            <a:avLst/>
          </a:prstGeom>
          <a:solidFill>
            <a:srgbClr val="FF0000"/>
          </a:solidFill>
          <a:ln>
            <a:noFill/>
          </a:ln>
        </p:spPr>
      </p:pic>
      <p:cxnSp>
        <p:nvCxnSpPr>
          <p:cNvPr id="258" name="Google Shape;258;g2ba3b9bf4ec_0_91"/>
          <p:cNvCxnSpPr/>
          <p:nvPr/>
        </p:nvCxnSpPr>
        <p:spPr>
          <a:xfrm rot="10800000">
            <a:off x="2285954" y="2312894"/>
            <a:ext cx="585600" cy="0"/>
          </a:xfrm>
          <a:prstGeom prst="straightConnector1">
            <a:avLst/>
          </a:prstGeom>
          <a:solidFill>
            <a:schemeClr val="accent1"/>
          </a:solidFill>
          <a:ln cap="flat" cmpd="sng" w="63500">
            <a:solidFill>
              <a:srgbClr val="FF0000"/>
            </a:solidFill>
            <a:prstDash val="solid"/>
            <a:round/>
            <a:headEnd len="sm" w="sm" type="none"/>
            <a:tailEnd len="med" w="med" type="triangl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2ba3b9bf4ec_0_98"/>
          <p:cNvSpPr txBox="1"/>
          <p:nvPr>
            <p:ph type="title"/>
          </p:nvPr>
        </p:nvSpPr>
        <p:spPr>
          <a:xfrm>
            <a:off x="936625" y="233363"/>
            <a:ext cx="7850100" cy="5763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IPC POSIX Consumer</a:t>
            </a:r>
            <a:endParaRPr/>
          </a:p>
        </p:txBody>
      </p:sp>
      <p:pic>
        <p:nvPicPr>
          <p:cNvPr id="264" name="Google Shape;264;g2ba3b9bf4ec_0_98"/>
          <p:cNvPicPr preferRelativeResize="0"/>
          <p:nvPr/>
        </p:nvPicPr>
        <p:blipFill rotWithShape="1">
          <a:blip r:embed="rId3">
            <a:alphaModFix/>
          </a:blip>
          <a:srcRect b="0" l="0" r="0" t="0"/>
          <a:stretch/>
        </p:blipFill>
        <p:spPr>
          <a:xfrm>
            <a:off x="302333" y="1190065"/>
            <a:ext cx="8841667" cy="471319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2ba3b9bf4ec_0_109"/>
          <p:cNvSpPr txBox="1"/>
          <p:nvPr>
            <p:ph type="title"/>
          </p:nvPr>
        </p:nvSpPr>
        <p:spPr>
          <a:xfrm>
            <a:off x="457200" y="166168"/>
            <a:ext cx="8229600" cy="5763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Pipes</a:t>
            </a:r>
            <a:endParaRPr/>
          </a:p>
        </p:txBody>
      </p:sp>
      <p:sp>
        <p:nvSpPr>
          <p:cNvPr id="270" name="Google Shape;270;g2ba3b9bf4ec_0_109"/>
          <p:cNvSpPr txBox="1"/>
          <p:nvPr>
            <p:ph idx="1" type="body"/>
          </p:nvPr>
        </p:nvSpPr>
        <p:spPr>
          <a:xfrm>
            <a:off x="874713" y="1154113"/>
            <a:ext cx="7588200" cy="4530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Acts as a conduit allowing two processes to communicate</a:t>
            </a:r>
            <a:endParaRPr/>
          </a:p>
          <a:p>
            <a:pPr indent="-342900" lvl="0" marL="342900" rtl="0" algn="l">
              <a:spcBef>
                <a:spcPts val="630"/>
              </a:spcBef>
              <a:spcAft>
                <a:spcPts val="0"/>
              </a:spcAft>
              <a:buSzPts val="1980"/>
              <a:buChar char="▪"/>
            </a:pPr>
            <a:r>
              <a:rPr lang="en-US"/>
              <a:t>Issues:</a:t>
            </a:r>
            <a:endParaRPr/>
          </a:p>
          <a:p>
            <a:pPr indent="-285750" lvl="1" marL="742950" rtl="0" algn="l">
              <a:spcBef>
                <a:spcPts val="630"/>
              </a:spcBef>
              <a:spcAft>
                <a:spcPts val="0"/>
              </a:spcAft>
              <a:buSzPts val="1980"/>
              <a:buChar char="•"/>
            </a:pPr>
            <a:r>
              <a:rPr lang="en-US"/>
              <a:t>Is communication unidirectional or bidirectional?</a:t>
            </a:r>
            <a:endParaRPr/>
          </a:p>
          <a:p>
            <a:pPr indent="-285750" lvl="1" marL="742950" rtl="0" algn="l">
              <a:spcBef>
                <a:spcPts val="630"/>
              </a:spcBef>
              <a:spcAft>
                <a:spcPts val="0"/>
              </a:spcAft>
              <a:buSzPts val="1980"/>
              <a:buChar char="•"/>
            </a:pPr>
            <a:r>
              <a:rPr lang="en-US"/>
              <a:t>In the case of two-way communication, is it half or full-duplex?</a:t>
            </a:r>
            <a:endParaRPr/>
          </a:p>
          <a:p>
            <a:pPr indent="-285750" lvl="1" marL="742950" rtl="0" algn="l">
              <a:spcBef>
                <a:spcPts val="630"/>
              </a:spcBef>
              <a:spcAft>
                <a:spcPts val="0"/>
              </a:spcAft>
              <a:buSzPts val="1980"/>
              <a:buChar char="•"/>
            </a:pPr>
            <a:r>
              <a:rPr lang="en-US"/>
              <a:t>Must there exist a relationship (i.e., </a:t>
            </a:r>
            <a:r>
              <a:rPr b="1" i="1" lang="en-US"/>
              <a:t>parent-child</a:t>
            </a:r>
            <a:r>
              <a:rPr lang="en-US"/>
              <a:t>) between the communicating processes?</a:t>
            </a:r>
            <a:endParaRPr/>
          </a:p>
          <a:p>
            <a:pPr indent="-285750" lvl="1" marL="742950" rtl="0" algn="l">
              <a:spcBef>
                <a:spcPts val="630"/>
              </a:spcBef>
              <a:spcAft>
                <a:spcPts val="0"/>
              </a:spcAft>
              <a:buSzPts val="1980"/>
              <a:buChar char="•"/>
            </a:pPr>
            <a:r>
              <a:rPr lang="en-US"/>
              <a:t>Can the pipes be used over a network?</a:t>
            </a:r>
            <a:endParaRPr/>
          </a:p>
          <a:p>
            <a:pPr indent="-342900" lvl="0" marL="342900" rtl="0" algn="l">
              <a:spcBef>
                <a:spcPts val="630"/>
              </a:spcBef>
              <a:spcAft>
                <a:spcPts val="0"/>
              </a:spcAft>
              <a:buSzPts val="1980"/>
              <a:buChar char="▪"/>
            </a:pPr>
            <a:r>
              <a:rPr b="1" lang="en-US"/>
              <a:t>Ordinary pipes </a:t>
            </a:r>
            <a:r>
              <a:rPr lang="en-US"/>
              <a:t>– cannot be accessed  from outside the process that created it. Typically, a parent process creates a pipe and uses it to communicate with a child process that it created. </a:t>
            </a:r>
            <a:endParaRPr/>
          </a:p>
          <a:p>
            <a:pPr indent="-342900" lvl="0" marL="342900" rtl="0" algn="l">
              <a:spcBef>
                <a:spcPts val="630"/>
              </a:spcBef>
              <a:spcAft>
                <a:spcPts val="0"/>
              </a:spcAft>
              <a:buSzPts val="1980"/>
              <a:buChar char="▪"/>
            </a:pPr>
            <a:r>
              <a:rPr b="1" lang="en-US"/>
              <a:t>Named pipes </a:t>
            </a:r>
            <a:r>
              <a:rPr lang="en-US"/>
              <a:t>– can be accessed without a parent-child relationship.</a:t>
            </a:r>
            <a:endParaRPr/>
          </a:p>
          <a:p>
            <a:pPr indent="-342900" lvl="0" marL="342900" rtl="0" algn="l">
              <a:spcBef>
                <a:spcPts val="630"/>
              </a:spcBef>
              <a:spcAft>
                <a:spcPts val="0"/>
              </a:spcAft>
              <a:buSzPts val="1980"/>
              <a:buFont typeface="Arial"/>
              <a:buNone/>
            </a:pPr>
            <a:r>
              <a:t/>
            </a:r>
            <a:endParaRPr/>
          </a:p>
          <a:p>
            <a:pPr indent="-160019" lvl="1" marL="742950" rtl="0" algn="l">
              <a:spcBef>
                <a:spcPts val="630"/>
              </a:spcBef>
              <a:spcAft>
                <a:spcPts val="0"/>
              </a:spcAft>
              <a:buSzPts val="198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2ba3b9bf4ec_0_114"/>
          <p:cNvSpPr txBox="1"/>
          <p:nvPr>
            <p:ph type="title"/>
          </p:nvPr>
        </p:nvSpPr>
        <p:spPr>
          <a:xfrm>
            <a:off x="457200" y="163878"/>
            <a:ext cx="8229600" cy="5763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Ordinary Pipes</a:t>
            </a:r>
            <a:endParaRPr/>
          </a:p>
        </p:txBody>
      </p:sp>
      <p:sp>
        <p:nvSpPr>
          <p:cNvPr id="276" name="Google Shape;276;g2ba3b9bf4ec_0_114"/>
          <p:cNvSpPr txBox="1"/>
          <p:nvPr>
            <p:ph idx="1" type="body"/>
          </p:nvPr>
        </p:nvSpPr>
        <p:spPr>
          <a:xfrm>
            <a:off x="868363" y="1138238"/>
            <a:ext cx="7537500" cy="4930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Ordinary Pipes</a:t>
            </a:r>
            <a:r>
              <a:rPr b="1" lang="en-US"/>
              <a:t> </a:t>
            </a:r>
            <a:r>
              <a:rPr lang="en-US"/>
              <a:t>allow communication in standard producer-consumer style</a:t>
            </a:r>
            <a:endParaRPr/>
          </a:p>
          <a:p>
            <a:pPr indent="-342900" lvl="0" marL="342900" rtl="0" algn="l">
              <a:spcBef>
                <a:spcPts val="630"/>
              </a:spcBef>
              <a:spcAft>
                <a:spcPts val="0"/>
              </a:spcAft>
              <a:buSzPts val="1980"/>
              <a:buChar char="▪"/>
            </a:pPr>
            <a:r>
              <a:rPr lang="en-US"/>
              <a:t>Producer writes to one end (the </a:t>
            </a:r>
            <a:r>
              <a:rPr b="1" lang="en-US">
                <a:solidFill>
                  <a:srgbClr val="006699"/>
                </a:solidFill>
                <a:latin typeface="Arial"/>
                <a:ea typeface="Arial"/>
                <a:cs typeface="Arial"/>
                <a:sym typeface="Arial"/>
              </a:rPr>
              <a:t>write-end</a:t>
            </a:r>
            <a:r>
              <a:rPr b="1" lang="en-US">
                <a:solidFill>
                  <a:srgbClr val="0000FF"/>
                </a:solidFill>
              </a:rPr>
              <a:t> </a:t>
            </a:r>
            <a:r>
              <a:rPr lang="en-US"/>
              <a:t>of the pipe)</a:t>
            </a:r>
            <a:endParaRPr/>
          </a:p>
          <a:p>
            <a:pPr indent="-342900" lvl="0" marL="342900" rtl="0" algn="l">
              <a:spcBef>
                <a:spcPts val="630"/>
              </a:spcBef>
              <a:spcAft>
                <a:spcPts val="0"/>
              </a:spcAft>
              <a:buSzPts val="1980"/>
              <a:buChar char="▪"/>
            </a:pPr>
            <a:r>
              <a:rPr lang="en-US"/>
              <a:t>Consumer reads from the other end (the </a:t>
            </a:r>
            <a:r>
              <a:rPr b="1" lang="en-US">
                <a:solidFill>
                  <a:srgbClr val="006699"/>
                </a:solidFill>
                <a:latin typeface="Arial"/>
                <a:ea typeface="Arial"/>
                <a:cs typeface="Arial"/>
                <a:sym typeface="Arial"/>
              </a:rPr>
              <a:t>read-end</a:t>
            </a:r>
            <a:r>
              <a:rPr i="1" lang="en-US"/>
              <a:t> </a:t>
            </a:r>
            <a:r>
              <a:rPr lang="en-US"/>
              <a:t>of the pipe)</a:t>
            </a:r>
            <a:endParaRPr/>
          </a:p>
          <a:p>
            <a:pPr indent="-342900" lvl="0" marL="342900" rtl="0" algn="l">
              <a:spcBef>
                <a:spcPts val="630"/>
              </a:spcBef>
              <a:spcAft>
                <a:spcPts val="0"/>
              </a:spcAft>
              <a:buSzPts val="1980"/>
              <a:buChar char="▪"/>
            </a:pPr>
            <a:r>
              <a:rPr b="1" lang="en-US">
                <a:solidFill>
                  <a:srgbClr val="FF0000"/>
                </a:solidFill>
              </a:rPr>
              <a:t>Ordinary pipes are therefore unidirectional</a:t>
            </a:r>
            <a:endParaRPr/>
          </a:p>
          <a:p>
            <a:pPr indent="-342900" lvl="0" marL="342900" rtl="0" algn="l">
              <a:spcBef>
                <a:spcPts val="630"/>
              </a:spcBef>
              <a:spcAft>
                <a:spcPts val="0"/>
              </a:spcAft>
              <a:buSzPts val="1980"/>
              <a:buChar char="▪"/>
            </a:pPr>
            <a:r>
              <a:rPr lang="en-US"/>
              <a:t>Require parent-child relationship between communicating processes</a:t>
            </a:r>
            <a:endParaRPr/>
          </a:p>
          <a:p>
            <a:pPr indent="-342900" lvl="0" marL="342900" rtl="0" algn="l">
              <a:spcBef>
                <a:spcPts val="630"/>
              </a:spcBef>
              <a:spcAft>
                <a:spcPts val="0"/>
              </a:spcAft>
              <a:buSzPts val="1980"/>
              <a:buFont typeface="Arial"/>
              <a:buNone/>
            </a:pPr>
            <a:r>
              <a:t/>
            </a:r>
            <a:endParaRPr/>
          </a:p>
          <a:p>
            <a:pPr indent="-217170" lvl="0" marL="342900" rtl="0" algn="l">
              <a:spcBef>
                <a:spcPts val="630"/>
              </a:spcBef>
              <a:spcAft>
                <a:spcPts val="0"/>
              </a:spcAft>
              <a:buSzPts val="1980"/>
              <a:buNone/>
            </a:pPr>
            <a:r>
              <a:t/>
            </a:r>
            <a:endParaRPr/>
          </a:p>
          <a:p>
            <a:pPr indent="-217170" lvl="0" marL="342900" rtl="0" algn="l">
              <a:spcBef>
                <a:spcPts val="630"/>
              </a:spcBef>
              <a:spcAft>
                <a:spcPts val="0"/>
              </a:spcAft>
              <a:buSzPts val="1980"/>
              <a:buNone/>
            </a:pPr>
            <a:r>
              <a:t/>
            </a:r>
            <a:endParaRPr/>
          </a:p>
          <a:p>
            <a:pPr indent="-217170" lvl="0" marL="342900" rtl="0" algn="l">
              <a:spcBef>
                <a:spcPts val="630"/>
              </a:spcBef>
              <a:spcAft>
                <a:spcPts val="0"/>
              </a:spcAft>
              <a:buSzPts val="1980"/>
              <a:buNone/>
            </a:pPr>
            <a:r>
              <a:t/>
            </a:r>
            <a:endParaRPr/>
          </a:p>
          <a:p>
            <a:pPr indent="-342900" lvl="0" marL="342900" rtl="0" algn="l">
              <a:spcBef>
                <a:spcPts val="630"/>
              </a:spcBef>
              <a:spcAft>
                <a:spcPts val="0"/>
              </a:spcAft>
              <a:buSzPts val="1980"/>
              <a:buFont typeface="Arial"/>
              <a:buNone/>
            </a:pPr>
            <a:r>
              <a:t/>
            </a:r>
            <a:endParaRPr/>
          </a:p>
          <a:p>
            <a:pPr indent="-342900" lvl="0" marL="342900" rtl="0" algn="l">
              <a:spcBef>
                <a:spcPts val="280"/>
              </a:spcBef>
              <a:spcAft>
                <a:spcPts val="0"/>
              </a:spcAft>
              <a:buSzPts val="880"/>
              <a:buFont typeface="Arial"/>
              <a:buNone/>
            </a:pPr>
            <a:r>
              <a:t/>
            </a:r>
            <a:endParaRPr sz="800"/>
          </a:p>
          <a:p>
            <a:pPr indent="-342900" lvl="0" marL="342900" rtl="0" algn="l">
              <a:spcBef>
                <a:spcPts val="630"/>
              </a:spcBef>
              <a:spcAft>
                <a:spcPts val="0"/>
              </a:spcAft>
              <a:buSzPts val="1980"/>
              <a:buChar char="▪"/>
            </a:pPr>
            <a:r>
              <a:rPr lang="en-US"/>
              <a:t>Windows calls these </a:t>
            </a:r>
            <a:r>
              <a:rPr b="1" lang="en-US">
                <a:solidFill>
                  <a:srgbClr val="006699"/>
                </a:solidFill>
                <a:latin typeface="Arial"/>
                <a:ea typeface="Arial"/>
                <a:cs typeface="Arial"/>
                <a:sym typeface="Arial"/>
              </a:rPr>
              <a:t>anonymous</a:t>
            </a:r>
            <a:r>
              <a:rPr b="1" lang="en-US">
                <a:solidFill>
                  <a:srgbClr val="0000FF"/>
                </a:solidFill>
              </a:rPr>
              <a:t> </a:t>
            </a:r>
            <a:r>
              <a:rPr b="1" lang="en-US">
                <a:solidFill>
                  <a:srgbClr val="006699"/>
                </a:solidFill>
                <a:latin typeface="Arial"/>
                <a:ea typeface="Arial"/>
                <a:cs typeface="Arial"/>
                <a:sym typeface="Arial"/>
              </a:rPr>
              <a:t>pipes</a:t>
            </a:r>
            <a:endParaRPr/>
          </a:p>
        </p:txBody>
      </p:sp>
      <p:pic>
        <p:nvPicPr>
          <p:cNvPr id="277" name="Google Shape;277;g2ba3b9bf4ec_0_114"/>
          <p:cNvPicPr preferRelativeResize="0"/>
          <p:nvPr/>
        </p:nvPicPr>
        <p:blipFill rotWithShape="1">
          <a:blip r:embed="rId3">
            <a:alphaModFix/>
          </a:blip>
          <a:srcRect b="0" l="0" r="0" t="0"/>
          <a:stretch/>
        </p:blipFill>
        <p:spPr>
          <a:xfrm>
            <a:off x="2627313" y="3530600"/>
            <a:ext cx="3889376" cy="13239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2ba3b9bf4ec_0_120"/>
          <p:cNvSpPr txBox="1"/>
          <p:nvPr>
            <p:ph type="title"/>
          </p:nvPr>
        </p:nvSpPr>
        <p:spPr>
          <a:xfrm>
            <a:off x="6373906" y="887506"/>
            <a:ext cx="2528100" cy="10758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Ordinary Pipes</a:t>
            </a:r>
            <a:endParaRPr/>
          </a:p>
        </p:txBody>
      </p:sp>
      <p:pic>
        <p:nvPicPr>
          <p:cNvPr id="283" name="Google Shape;283;g2ba3b9bf4ec_0_120"/>
          <p:cNvPicPr preferRelativeResize="0"/>
          <p:nvPr/>
        </p:nvPicPr>
        <p:blipFill rotWithShape="1">
          <a:blip r:embed="rId3">
            <a:alphaModFix/>
          </a:blip>
          <a:srcRect b="0" l="0" r="0" t="0"/>
          <a:stretch/>
        </p:blipFill>
        <p:spPr>
          <a:xfrm>
            <a:off x="242048" y="-1"/>
            <a:ext cx="6086320" cy="6858001"/>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2ba3b9bf4ec_0_125"/>
          <p:cNvSpPr txBox="1"/>
          <p:nvPr>
            <p:ph type="title"/>
          </p:nvPr>
        </p:nvSpPr>
        <p:spPr>
          <a:xfrm>
            <a:off x="473075" y="217488"/>
            <a:ext cx="8229600" cy="5763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Named Pipes</a:t>
            </a:r>
            <a:endParaRPr/>
          </a:p>
        </p:txBody>
      </p:sp>
      <p:sp>
        <p:nvSpPr>
          <p:cNvPr id="289" name="Google Shape;289;g2ba3b9bf4ec_0_125"/>
          <p:cNvSpPr txBox="1"/>
          <p:nvPr>
            <p:ph idx="1" type="body"/>
          </p:nvPr>
        </p:nvSpPr>
        <p:spPr>
          <a:xfrm>
            <a:off x="885825" y="1233488"/>
            <a:ext cx="7651800" cy="4530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Named Pipes are more powerful than ordinary pipes</a:t>
            </a:r>
            <a:endParaRPr/>
          </a:p>
          <a:p>
            <a:pPr indent="-342900" lvl="0" marL="342900" rtl="0" algn="l">
              <a:spcBef>
                <a:spcPts val="630"/>
              </a:spcBef>
              <a:spcAft>
                <a:spcPts val="0"/>
              </a:spcAft>
              <a:buSzPts val="1980"/>
              <a:buChar char="▪"/>
            </a:pPr>
            <a:r>
              <a:rPr lang="en-US"/>
              <a:t>Communication is bidirectional</a:t>
            </a:r>
            <a:endParaRPr/>
          </a:p>
          <a:p>
            <a:pPr indent="-342900" lvl="0" marL="342900" rtl="0" algn="l">
              <a:spcBef>
                <a:spcPts val="630"/>
              </a:spcBef>
              <a:spcAft>
                <a:spcPts val="0"/>
              </a:spcAft>
              <a:buSzPts val="1980"/>
              <a:buChar char="▪"/>
            </a:pPr>
            <a:r>
              <a:rPr lang="en-US"/>
              <a:t>No parent-child relationship is necessary between the communicating processes</a:t>
            </a:r>
            <a:endParaRPr/>
          </a:p>
          <a:p>
            <a:pPr indent="-342900" lvl="0" marL="342900" rtl="0" algn="l">
              <a:spcBef>
                <a:spcPts val="630"/>
              </a:spcBef>
              <a:spcAft>
                <a:spcPts val="0"/>
              </a:spcAft>
              <a:buSzPts val="1980"/>
              <a:buChar char="▪"/>
            </a:pPr>
            <a:r>
              <a:rPr lang="en-US"/>
              <a:t>Several processes can use the named pipe for communication</a:t>
            </a:r>
            <a:endParaRPr/>
          </a:p>
          <a:p>
            <a:pPr indent="-342900" lvl="0" marL="342900" rtl="0" algn="l">
              <a:spcBef>
                <a:spcPts val="630"/>
              </a:spcBef>
              <a:spcAft>
                <a:spcPts val="0"/>
              </a:spcAft>
              <a:buSzPts val="1980"/>
              <a:buChar char="▪"/>
            </a:pPr>
            <a:r>
              <a:rPr lang="en-US"/>
              <a:t>Provided on both UNIX and Windows systems</a:t>
            </a:r>
            <a:endParaRPr/>
          </a:p>
          <a:p>
            <a:pPr indent="-217170" lvl="0" marL="342900" rtl="0" algn="l">
              <a:spcBef>
                <a:spcPts val="630"/>
              </a:spcBef>
              <a:spcAft>
                <a:spcPts val="0"/>
              </a:spcAft>
              <a:buSzPts val="1980"/>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2ba3b9bf4ec_0_130"/>
          <p:cNvSpPr txBox="1"/>
          <p:nvPr>
            <p:ph type="title"/>
          </p:nvPr>
        </p:nvSpPr>
        <p:spPr>
          <a:xfrm>
            <a:off x="473075" y="217488"/>
            <a:ext cx="8229600" cy="5763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Named Pipes (FIFOs)</a:t>
            </a:r>
            <a:endParaRPr/>
          </a:p>
        </p:txBody>
      </p:sp>
      <p:sp>
        <p:nvSpPr>
          <p:cNvPr id="295" name="Google Shape;295;g2ba3b9bf4ec_0_130"/>
          <p:cNvSpPr txBox="1"/>
          <p:nvPr>
            <p:ph idx="1" type="body"/>
          </p:nvPr>
        </p:nvSpPr>
        <p:spPr>
          <a:xfrm>
            <a:off x="885825" y="1233488"/>
            <a:ext cx="7651800" cy="4530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Font typeface="Arial"/>
              <a:buAutoNum type="arabicPeriod"/>
            </a:pPr>
            <a:r>
              <a:rPr b="1" lang="en-US"/>
              <a:t>Persistence</a:t>
            </a:r>
            <a:r>
              <a:rPr lang="en-US"/>
              <a:t>: They are stored as files in the file system and can be accessed by any process as long as they have the necessary permissions. Unrelated processes can communicate using them.</a:t>
            </a:r>
            <a:endParaRPr/>
          </a:p>
          <a:p>
            <a:pPr indent="-342900" lvl="0" marL="342900" rtl="0" algn="l">
              <a:spcBef>
                <a:spcPts val="630"/>
              </a:spcBef>
              <a:spcAft>
                <a:spcPts val="0"/>
              </a:spcAft>
              <a:buSzPts val="1980"/>
              <a:buFont typeface="Arial"/>
              <a:buAutoNum type="arabicPeriod"/>
            </a:pPr>
            <a:r>
              <a:rPr b="1" lang="en-US"/>
              <a:t>Bidirectional Communication</a:t>
            </a:r>
            <a:r>
              <a:rPr lang="en-US"/>
              <a:t>: Multiple processes can write to and read from the same named pipe. Pipes are unidirectional.</a:t>
            </a:r>
            <a:endParaRPr/>
          </a:p>
          <a:p>
            <a:pPr indent="-342900" lvl="0" marL="342900" rtl="0" algn="l">
              <a:spcBef>
                <a:spcPts val="630"/>
              </a:spcBef>
              <a:spcAft>
                <a:spcPts val="0"/>
              </a:spcAft>
              <a:buSzPts val="1980"/>
              <a:buFont typeface="Arial"/>
              <a:buAutoNum type="arabicPeriod"/>
            </a:pPr>
            <a:r>
              <a:rPr b="1" lang="en-US"/>
              <a:t>Synchronization</a:t>
            </a:r>
            <a:r>
              <a:rPr lang="en-US"/>
              <a:t>: Named pipes provide a natural synchronization mechanism. Processes can block when reading from an empty pipe or writing to a full pipe, allowing them to synchronize their activities effectively.</a:t>
            </a:r>
            <a:endParaRPr/>
          </a:p>
          <a:p>
            <a:pPr indent="-342900" lvl="0" marL="342900" rtl="0" algn="l">
              <a:spcBef>
                <a:spcPts val="630"/>
              </a:spcBef>
              <a:spcAft>
                <a:spcPts val="0"/>
              </a:spcAft>
              <a:buSzPts val="1980"/>
              <a:buFont typeface="Arial"/>
              <a:buAutoNum type="arabicPeriod"/>
            </a:pPr>
            <a:r>
              <a:rPr b="1" lang="en-US"/>
              <a:t>Multiple Readers/Writers</a:t>
            </a:r>
            <a:r>
              <a:rPr lang="en-US"/>
              <a:t>: Named pipes allow multiple processes to read from or write to the pipe simultaneously. This feature enables more flexible communication patterns and can be useful in scenarios where multiple processes need to access the same data concurrently.</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pic>
        <p:nvPicPr>
          <p:cNvPr id="300" name="Google Shape;300;g2ba3b9bf4ec_0_135"/>
          <p:cNvPicPr preferRelativeResize="0"/>
          <p:nvPr/>
        </p:nvPicPr>
        <p:blipFill rotWithShape="1">
          <a:blip r:embed="rId3">
            <a:alphaModFix/>
          </a:blip>
          <a:srcRect b="0" l="0" r="0" t="0"/>
          <a:stretch/>
        </p:blipFill>
        <p:spPr>
          <a:xfrm>
            <a:off x="245586" y="0"/>
            <a:ext cx="8173038" cy="6857999"/>
          </a:xfrm>
          <a:prstGeom prst="rect">
            <a:avLst/>
          </a:prstGeom>
          <a:noFill/>
          <a:ln>
            <a:noFill/>
          </a:ln>
        </p:spPr>
      </p:pic>
      <p:sp>
        <p:nvSpPr>
          <p:cNvPr id="301" name="Google Shape;301;g2ba3b9bf4ec_0_135"/>
          <p:cNvSpPr txBox="1"/>
          <p:nvPr>
            <p:ph type="title"/>
          </p:nvPr>
        </p:nvSpPr>
        <p:spPr>
          <a:xfrm>
            <a:off x="6938681" y="217488"/>
            <a:ext cx="1764000" cy="11973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Named Pipes</a:t>
            </a:r>
            <a:endParaRPr/>
          </a:p>
        </p:txBody>
      </p:sp>
      <p:pic>
        <p:nvPicPr>
          <p:cNvPr id="302" name="Google Shape;302;g2ba3b9bf4ec_0_135"/>
          <p:cNvPicPr preferRelativeResize="0"/>
          <p:nvPr/>
        </p:nvPicPr>
        <p:blipFill rotWithShape="1">
          <a:blip r:embed="rId4">
            <a:alphaModFix/>
          </a:blip>
          <a:srcRect b="0" l="0" r="0" t="0"/>
          <a:stretch/>
        </p:blipFill>
        <p:spPr>
          <a:xfrm>
            <a:off x="4208250" y="217488"/>
            <a:ext cx="2262231" cy="1398007"/>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71"/>
          <p:cNvSpPr txBox="1"/>
          <p:nvPr>
            <p:ph type="ctrTitle"/>
          </p:nvPr>
        </p:nvSpPr>
        <p:spPr>
          <a:xfrm>
            <a:off x="685800" y="685800"/>
            <a:ext cx="7772400" cy="212725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End of Chapter 3</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2011-01-13T23:43:38Z</dcterms:created>
  <dc:creator>Lucent End User</dc:creator>
</cp:coreProperties>
</file>